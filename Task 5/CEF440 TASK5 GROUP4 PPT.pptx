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18"/>
  </p:notesMasterIdLst>
  <p:sldIdLst>
    <p:sldId id="256" r:id="rId2"/>
    <p:sldId id="258" r:id="rId3"/>
    <p:sldId id="257" r:id="rId4"/>
    <p:sldId id="268" r:id="rId5"/>
    <p:sldId id="335" r:id="rId6"/>
    <p:sldId id="339" r:id="rId7"/>
    <p:sldId id="311" r:id="rId8"/>
    <p:sldId id="333" r:id="rId9"/>
    <p:sldId id="265" r:id="rId10"/>
    <p:sldId id="259" r:id="rId11"/>
    <p:sldId id="270" r:id="rId12"/>
    <p:sldId id="338" r:id="rId13"/>
    <p:sldId id="341" r:id="rId14"/>
    <p:sldId id="269" r:id="rId15"/>
    <p:sldId id="342" r:id="rId16"/>
    <p:sldId id="260" r:id="rId17"/>
  </p:sldIdLst>
  <p:sldSz cx="9144000" cy="5143500" type="screen16x9"/>
  <p:notesSz cx="6858000" cy="9144000"/>
  <p:embeddedFontLst>
    <p:embeddedFont>
      <p:font typeface="Darker Grotesque" panose="020B0604020202020204" charset="0"/>
      <p:regular r:id="rId19"/>
      <p:bold r:id="rId20"/>
    </p:embeddedFont>
    <p:embeddedFont>
      <p:font typeface="Darker Grotesque Medium" panose="020B0604020202020204" charset="0"/>
      <p:regular r:id="rId21"/>
      <p:bold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Roboto Condensed Light" panose="02000000000000000000" pitchFamily="2" charset="0"/>
      <p:regular r:id="rId27"/>
      <p: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5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8E9685-64FB-4E4D-9E00-B439721D66A8}">
  <a:tblStyle styleId="{0D8E9685-64FB-4E4D-9E00-B439721D66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94" autoAdjust="0"/>
  </p:normalViewPr>
  <p:slideViewPr>
    <p:cSldViewPr snapToGrid="0">
      <p:cViewPr varScale="1">
        <p:scale>
          <a:sx n="105" d="100"/>
          <a:sy n="105" d="100"/>
        </p:scale>
        <p:origin x="8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dd75e4c70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dd75e4c70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bd6c00e73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bd6c00e73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5">
          <a:extLst>
            <a:ext uri="{FF2B5EF4-FFF2-40B4-BE49-F238E27FC236}">
              <a16:creationId xmlns:a16="http://schemas.microsoft.com/office/drawing/2014/main" id="{36E28EC8-8642-05C5-47FC-BD88C0971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6" name="Google Shape;2946;g112ac09d80b_0_564:notes">
            <a:extLst>
              <a:ext uri="{FF2B5EF4-FFF2-40B4-BE49-F238E27FC236}">
                <a16:creationId xmlns:a16="http://schemas.microsoft.com/office/drawing/2014/main" id="{EF04C288-E016-CF31-7E4C-3837172E1D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7" name="Google Shape;2947;g112ac09d80b_0_564:notes">
            <a:extLst>
              <a:ext uri="{FF2B5EF4-FFF2-40B4-BE49-F238E27FC236}">
                <a16:creationId xmlns:a16="http://schemas.microsoft.com/office/drawing/2014/main" id="{58FD478C-1AD1-0DF5-2800-CB470BFA5F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1145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5">
          <a:extLst>
            <a:ext uri="{FF2B5EF4-FFF2-40B4-BE49-F238E27FC236}">
              <a16:creationId xmlns:a16="http://schemas.microsoft.com/office/drawing/2014/main" id="{1FF0699A-200D-05F9-1216-75031E1F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6" name="Google Shape;2946;g112ac09d80b_0_564:notes">
            <a:extLst>
              <a:ext uri="{FF2B5EF4-FFF2-40B4-BE49-F238E27FC236}">
                <a16:creationId xmlns:a16="http://schemas.microsoft.com/office/drawing/2014/main" id="{68E0B542-94B6-D42C-4D94-67B91D3151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7" name="Google Shape;2947;g112ac09d80b_0_564:notes">
            <a:extLst>
              <a:ext uri="{FF2B5EF4-FFF2-40B4-BE49-F238E27FC236}">
                <a16:creationId xmlns:a16="http://schemas.microsoft.com/office/drawing/2014/main" id="{6980E182-D912-4DC4-8BDA-26BF064CB1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9053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0" name="Google Shape;3990;gd953a0dbdd_0_10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1" name="Google Shape;3991;gd953a0dbdd_0_10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5">
          <a:extLst>
            <a:ext uri="{FF2B5EF4-FFF2-40B4-BE49-F238E27FC236}">
              <a16:creationId xmlns:a16="http://schemas.microsoft.com/office/drawing/2014/main" id="{D0F378E1-C691-6B52-E6E3-D984B42E4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99f2f57a71_0_0:notes">
            <a:extLst>
              <a:ext uri="{FF2B5EF4-FFF2-40B4-BE49-F238E27FC236}">
                <a16:creationId xmlns:a16="http://schemas.microsoft.com/office/drawing/2014/main" id="{EE4AC882-CEE5-A3B4-8399-D8F5E89C8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99f2f57a71_0_0:notes">
            <a:extLst>
              <a:ext uri="{FF2B5EF4-FFF2-40B4-BE49-F238E27FC236}">
                <a16:creationId xmlns:a16="http://schemas.microsoft.com/office/drawing/2014/main" id="{9BC4AC36-082D-239E-842E-32F587D64E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6903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10297dab38_0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10297dab38_0_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110297dab38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110297dab38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>
          <a:extLst>
            <a:ext uri="{FF2B5EF4-FFF2-40B4-BE49-F238E27FC236}">
              <a16:creationId xmlns:a16="http://schemas.microsoft.com/office/drawing/2014/main" id="{87A2934A-9C2C-716B-8FD9-1D1B79913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110297dab38_0_72:notes">
            <a:extLst>
              <a:ext uri="{FF2B5EF4-FFF2-40B4-BE49-F238E27FC236}">
                <a16:creationId xmlns:a16="http://schemas.microsoft.com/office/drawing/2014/main" id="{FA470DDA-C46B-542B-EC84-59152398B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110297dab38_0_72:notes">
            <a:extLst>
              <a:ext uri="{FF2B5EF4-FFF2-40B4-BE49-F238E27FC236}">
                <a16:creationId xmlns:a16="http://schemas.microsoft.com/office/drawing/2014/main" id="{BDB94AB9-1207-7261-E5C3-4933472F3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060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>
          <a:extLst>
            <a:ext uri="{FF2B5EF4-FFF2-40B4-BE49-F238E27FC236}">
              <a16:creationId xmlns:a16="http://schemas.microsoft.com/office/drawing/2014/main" id="{14A015C1-770B-28B5-B6C7-93F5995B4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110297dab38_0_72:notes">
            <a:extLst>
              <a:ext uri="{FF2B5EF4-FFF2-40B4-BE49-F238E27FC236}">
                <a16:creationId xmlns:a16="http://schemas.microsoft.com/office/drawing/2014/main" id="{AD870B6C-FD33-E867-A9C5-20279EE98F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110297dab38_0_72:notes">
            <a:extLst>
              <a:ext uri="{FF2B5EF4-FFF2-40B4-BE49-F238E27FC236}">
                <a16:creationId xmlns:a16="http://schemas.microsoft.com/office/drawing/2014/main" id="{8DF75C94-386A-A1D4-1452-F2EA042D90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8074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d1e0eea74b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d1e0eea74b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>
          <a:extLst>
            <a:ext uri="{FF2B5EF4-FFF2-40B4-BE49-F238E27FC236}">
              <a16:creationId xmlns:a16="http://schemas.microsoft.com/office/drawing/2014/main" id="{CEA3B4B8-2E9F-97C8-355B-79B3E442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110297dab38_0_72:notes">
            <a:extLst>
              <a:ext uri="{FF2B5EF4-FFF2-40B4-BE49-F238E27FC236}">
                <a16:creationId xmlns:a16="http://schemas.microsoft.com/office/drawing/2014/main" id="{56ED7BB1-15F9-9834-7FEA-6FC1654AA1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110297dab38_0_72:notes">
            <a:extLst>
              <a:ext uri="{FF2B5EF4-FFF2-40B4-BE49-F238E27FC236}">
                <a16:creationId xmlns:a16="http://schemas.microsoft.com/office/drawing/2014/main" id="{FA425A03-7203-03E9-1245-2014674352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12156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00" y="1701713"/>
            <a:ext cx="3890700" cy="16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00" y="3546625"/>
            <a:ext cx="3890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14" name="Google Shape;14;p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 rot="10800000" flipH="1">
            <a:off x="4159199" y="4539099"/>
            <a:ext cx="825589" cy="93999"/>
            <a:chOff x="5718423" y="809024"/>
            <a:chExt cx="830071" cy="94500"/>
          </a:xfrm>
        </p:grpSpPr>
        <p:sp>
          <p:nvSpPr>
            <p:cNvPr id="19" name="Google Shape;19;p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2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4" name="Google Shape;24;p2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720000" y="2150850"/>
            <a:ext cx="405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185425"/>
            <a:ext cx="1477500" cy="4026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720000" y="3441967"/>
            <a:ext cx="4053900" cy="1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4" name="Google Shape;34;p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7;p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8" name="Google Shape;38;p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39400" y="1094350"/>
            <a:ext cx="8065200" cy="3491700"/>
          </a:xfrm>
          <a:prstGeom prst="roundRect">
            <a:avLst>
              <a:gd name="adj" fmla="val 2775"/>
            </a:avLst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" name="Google Shape;45;p4"/>
          <p:cNvGrpSpPr/>
          <p:nvPr/>
        </p:nvGrpSpPr>
        <p:grpSpPr>
          <a:xfrm>
            <a:off x="663300" y="1229325"/>
            <a:ext cx="1990200" cy="146100"/>
            <a:chOff x="663300" y="1229325"/>
            <a:chExt cx="1990200" cy="146100"/>
          </a:xfrm>
        </p:grpSpPr>
        <p:sp>
          <p:nvSpPr>
            <p:cNvPr id="46" name="Google Shape;46;p4"/>
            <p:cNvSpPr/>
            <p:nvPr/>
          </p:nvSpPr>
          <p:spPr>
            <a:xfrm>
              <a:off x="663300" y="1229325"/>
              <a:ext cx="1990200" cy="146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" name="Google Shape;47;p4"/>
            <p:cNvGrpSpPr/>
            <p:nvPr/>
          </p:nvGrpSpPr>
          <p:grpSpPr>
            <a:xfrm rot="10800000" flipH="1">
              <a:off x="728649" y="1255372"/>
              <a:ext cx="429322" cy="93999"/>
              <a:chOff x="5795037" y="809024"/>
              <a:chExt cx="431653" cy="94500"/>
            </a:xfrm>
          </p:grpSpPr>
          <p:sp>
            <p:nvSpPr>
              <p:cNvPr id="48" name="Google Shape;48;p4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 txBox="1">
            <a:spLocks noGrp="1"/>
          </p:cNvSpPr>
          <p:nvPr>
            <p:ph type="body" idx="1"/>
          </p:nvPr>
        </p:nvSpPr>
        <p:spPr>
          <a:xfrm>
            <a:off x="720000" y="1444275"/>
            <a:ext cx="7704000" cy="30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15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500"/>
              <a:buNone/>
              <a:defRPr sz="3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title" idx="2"/>
          </p:nvPr>
        </p:nvSpPr>
        <p:spPr>
          <a:xfrm>
            <a:off x="2159813" y="2517950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1"/>
          </p:nvPr>
        </p:nvSpPr>
        <p:spPr>
          <a:xfrm>
            <a:off x="2159817" y="2809398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title" idx="3"/>
          </p:nvPr>
        </p:nvSpPr>
        <p:spPr>
          <a:xfrm>
            <a:off x="5767658" y="1480217"/>
            <a:ext cx="23055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4"/>
          </p:nvPr>
        </p:nvSpPr>
        <p:spPr>
          <a:xfrm>
            <a:off x="5767661" y="1761942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title" idx="5"/>
          </p:nvPr>
        </p:nvSpPr>
        <p:spPr>
          <a:xfrm>
            <a:off x="2159813" y="3555683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6"/>
          </p:nvPr>
        </p:nvSpPr>
        <p:spPr>
          <a:xfrm>
            <a:off x="2159817" y="3856854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title" idx="7"/>
          </p:nvPr>
        </p:nvSpPr>
        <p:spPr>
          <a:xfrm>
            <a:off x="2159813" y="1480217"/>
            <a:ext cx="23055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8"/>
          </p:nvPr>
        </p:nvSpPr>
        <p:spPr>
          <a:xfrm>
            <a:off x="2159812" y="1761942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 idx="9"/>
          </p:nvPr>
        </p:nvSpPr>
        <p:spPr>
          <a:xfrm>
            <a:off x="5767661" y="2517950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13"/>
          </p:nvPr>
        </p:nvSpPr>
        <p:spPr>
          <a:xfrm>
            <a:off x="5767662" y="2809398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14"/>
          </p:nvPr>
        </p:nvSpPr>
        <p:spPr>
          <a:xfrm>
            <a:off x="5767662" y="3555683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15"/>
          </p:nvPr>
        </p:nvSpPr>
        <p:spPr>
          <a:xfrm>
            <a:off x="5767662" y="3856854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 idx="16" hasCustomPrompt="1"/>
          </p:nvPr>
        </p:nvSpPr>
        <p:spPr>
          <a:xfrm>
            <a:off x="1070825" y="3555683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17" hasCustomPrompt="1"/>
          </p:nvPr>
        </p:nvSpPr>
        <p:spPr>
          <a:xfrm>
            <a:off x="4679838" y="3555683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>
            <a:spLocks noGrp="1"/>
          </p:cNvSpPr>
          <p:nvPr>
            <p:ph type="title" idx="18" hasCustomPrompt="1"/>
          </p:nvPr>
        </p:nvSpPr>
        <p:spPr>
          <a:xfrm>
            <a:off x="4679838" y="2517950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5" name="Google Shape;175;p13"/>
          <p:cNvSpPr txBox="1">
            <a:spLocks noGrp="1"/>
          </p:cNvSpPr>
          <p:nvPr>
            <p:ph type="title" idx="19" hasCustomPrompt="1"/>
          </p:nvPr>
        </p:nvSpPr>
        <p:spPr>
          <a:xfrm>
            <a:off x="4679825" y="1480217"/>
            <a:ext cx="8733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20" hasCustomPrompt="1"/>
          </p:nvPr>
        </p:nvSpPr>
        <p:spPr>
          <a:xfrm>
            <a:off x="1070838" y="2517950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21" hasCustomPrompt="1"/>
          </p:nvPr>
        </p:nvSpPr>
        <p:spPr>
          <a:xfrm>
            <a:off x="1070838" y="1480217"/>
            <a:ext cx="8733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1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180" name="Google Shape;180;p1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" name="Google Shape;183;p1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184" name="Google Shape;184;p1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" name="Google Shape;188;p13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189" name="Google Shape;189;p1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BLANK_1_1_1_1_1_1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4"/>
          <p:cNvSpPr txBox="1">
            <a:spLocks noGrp="1"/>
          </p:cNvSpPr>
          <p:nvPr>
            <p:ph type="title" idx="2"/>
          </p:nvPr>
        </p:nvSpPr>
        <p:spPr>
          <a:xfrm>
            <a:off x="3419250" y="1822350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7" name="Google Shape;197;p14"/>
          <p:cNvSpPr txBox="1">
            <a:spLocks noGrp="1"/>
          </p:cNvSpPr>
          <p:nvPr>
            <p:ph type="subTitle" idx="1"/>
          </p:nvPr>
        </p:nvSpPr>
        <p:spPr>
          <a:xfrm>
            <a:off x="3638850" y="2104073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4"/>
          <p:cNvSpPr txBox="1">
            <a:spLocks noGrp="1"/>
          </p:cNvSpPr>
          <p:nvPr>
            <p:ph type="title" idx="3"/>
          </p:nvPr>
        </p:nvSpPr>
        <p:spPr>
          <a:xfrm>
            <a:off x="6122283" y="1822342"/>
            <a:ext cx="23055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9" name="Google Shape;199;p14"/>
          <p:cNvSpPr txBox="1">
            <a:spLocks noGrp="1"/>
          </p:cNvSpPr>
          <p:nvPr>
            <p:ph type="subTitle" idx="4"/>
          </p:nvPr>
        </p:nvSpPr>
        <p:spPr>
          <a:xfrm>
            <a:off x="6341883" y="2104067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4"/>
          <p:cNvSpPr txBox="1">
            <a:spLocks noGrp="1"/>
          </p:cNvSpPr>
          <p:nvPr>
            <p:ph type="title" idx="5"/>
          </p:nvPr>
        </p:nvSpPr>
        <p:spPr>
          <a:xfrm>
            <a:off x="716213" y="3434058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subTitle" idx="6"/>
          </p:nvPr>
        </p:nvSpPr>
        <p:spPr>
          <a:xfrm>
            <a:off x="935813" y="3730363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4"/>
          <p:cNvSpPr txBox="1">
            <a:spLocks noGrp="1"/>
          </p:cNvSpPr>
          <p:nvPr>
            <p:ph type="title" idx="7"/>
          </p:nvPr>
        </p:nvSpPr>
        <p:spPr>
          <a:xfrm>
            <a:off x="716213" y="1822342"/>
            <a:ext cx="23055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3" name="Google Shape;203;p14"/>
          <p:cNvSpPr txBox="1">
            <a:spLocks noGrp="1"/>
          </p:cNvSpPr>
          <p:nvPr>
            <p:ph type="subTitle" idx="8"/>
          </p:nvPr>
        </p:nvSpPr>
        <p:spPr>
          <a:xfrm>
            <a:off x="935813" y="2104067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title" idx="9"/>
          </p:nvPr>
        </p:nvSpPr>
        <p:spPr>
          <a:xfrm>
            <a:off x="3419250" y="3434050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ubTitle" idx="13"/>
          </p:nvPr>
        </p:nvSpPr>
        <p:spPr>
          <a:xfrm>
            <a:off x="3638850" y="3730363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4"/>
          <p:cNvSpPr txBox="1">
            <a:spLocks noGrp="1"/>
          </p:cNvSpPr>
          <p:nvPr>
            <p:ph type="title" idx="14"/>
          </p:nvPr>
        </p:nvSpPr>
        <p:spPr>
          <a:xfrm>
            <a:off x="6122287" y="3434058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subTitle" idx="15"/>
          </p:nvPr>
        </p:nvSpPr>
        <p:spPr>
          <a:xfrm>
            <a:off x="6341887" y="3730363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4"/>
          <p:cNvSpPr txBox="1">
            <a:spLocks noGrp="1"/>
          </p:cNvSpPr>
          <p:nvPr>
            <p:ph type="title" idx="16" hasCustomPrompt="1"/>
          </p:nvPr>
        </p:nvSpPr>
        <p:spPr>
          <a:xfrm>
            <a:off x="6838375" y="1212584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09" name="Google Shape;209;p14"/>
          <p:cNvSpPr txBox="1">
            <a:spLocks noGrp="1"/>
          </p:cNvSpPr>
          <p:nvPr>
            <p:ph type="title" idx="17" hasCustomPrompt="1"/>
          </p:nvPr>
        </p:nvSpPr>
        <p:spPr>
          <a:xfrm>
            <a:off x="6838363" y="2823758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10" name="Google Shape;210;p14"/>
          <p:cNvSpPr txBox="1">
            <a:spLocks noGrp="1"/>
          </p:cNvSpPr>
          <p:nvPr>
            <p:ph type="title" idx="18" hasCustomPrompt="1"/>
          </p:nvPr>
        </p:nvSpPr>
        <p:spPr>
          <a:xfrm>
            <a:off x="4135338" y="2823750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11" name="Google Shape;211;p14"/>
          <p:cNvSpPr txBox="1">
            <a:spLocks noGrp="1"/>
          </p:cNvSpPr>
          <p:nvPr>
            <p:ph type="title" idx="19" hasCustomPrompt="1"/>
          </p:nvPr>
        </p:nvSpPr>
        <p:spPr>
          <a:xfrm>
            <a:off x="1432325" y="2823742"/>
            <a:ext cx="8733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12" name="Google Shape;212;p14"/>
          <p:cNvSpPr txBox="1">
            <a:spLocks noGrp="1"/>
          </p:cNvSpPr>
          <p:nvPr>
            <p:ph type="title" idx="20" hasCustomPrompt="1"/>
          </p:nvPr>
        </p:nvSpPr>
        <p:spPr>
          <a:xfrm>
            <a:off x="4135338" y="1212584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13" name="Google Shape;213;p14"/>
          <p:cNvSpPr txBox="1">
            <a:spLocks noGrp="1"/>
          </p:cNvSpPr>
          <p:nvPr>
            <p:ph type="title" idx="21" hasCustomPrompt="1"/>
          </p:nvPr>
        </p:nvSpPr>
        <p:spPr>
          <a:xfrm>
            <a:off x="1432313" y="1212584"/>
            <a:ext cx="8733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14" name="Google Shape;214;p14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" name="Google Shape;215;p14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16" name="Google Shape;216;p1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" name="Google Shape;219;p14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220" name="Google Shape;220;p1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" name="Google Shape;224;p14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225" name="Google Shape;225;p1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6"/>
          <p:cNvSpPr txBox="1">
            <a:spLocks noGrp="1"/>
          </p:cNvSpPr>
          <p:nvPr>
            <p:ph type="title"/>
          </p:nvPr>
        </p:nvSpPr>
        <p:spPr>
          <a:xfrm>
            <a:off x="5277495" y="3445970"/>
            <a:ext cx="2994600" cy="254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46" name="Google Shape;246;p16"/>
          <p:cNvSpPr txBox="1">
            <a:spLocks noGrp="1"/>
          </p:cNvSpPr>
          <p:nvPr>
            <p:ph type="subTitle" idx="1"/>
          </p:nvPr>
        </p:nvSpPr>
        <p:spPr>
          <a:xfrm>
            <a:off x="1833445" y="1819588"/>
            <a:ext cx="5502000" cy="1478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47" name="Google Shape;247;p16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248" name="Google Shape;248;p1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252;p16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" name="Google Shape;253;p1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54" name="Google Shape;254;p1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6">
  <p:cSld name="SECTION_HEADER_1_1_1_1_1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4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" name="Google Shape;388;p24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89" name="Google Shape;389;p2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2" name="Google Shape;392;p24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3" name="Google Shape;393;p24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394" name="Google Shape;394;p2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397;p24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98" name="Google Shape;398;p2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2" name="Google Shape;402;p24"/>
          <p:cNvSpPr txBox="1">
            <a:spLocks noGrp="1"/>
          </p:cNvSpPr>
          <p:nvPr>
            <p:ph type="title"/>
          </p:nvPr>
        </p:nvSpPr>
        <p:spPr>
          <a:xfrm flipH="1">
            <a:off x="3786150" y="1582450"/>
            <a:ext cx="33441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3" name="Google Shape;403;p2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491800" y="2392525"/>
            <a:ext cx="9420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04" name="Google Shape;404;p24"/>
          <p:cNvSpPr txBox="1">
            <a:spLocks noGrp="1"/>
          </p:cNvSpPr>
          <p:nvPr>
            <p:ph type="subTitle" idx="1"/>
          </p:nvPr>
        </p:nvSpPr>
        <p:spPr>
          <a:xfrm flipH="1">
            <a:off x="3522750" y="3131213"/>
            <a:ext cx="3607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9"/>
          <p:cNvSpPr txBox="1">
            <a:spLocks noGrp="1"/>
          </p:cNvSpPr>
          <p:nvPr>
            <p:ph type="title"/>
          </p:nvPr>
        </p:nvSpPr>
        <p:spPr>
          <a:xfrm>
            <a:off x="720000" y="1642350"/>
            <a:ext cx="322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29"/>
          <p:cNvSpPr txBox="1">
            <a:spLocks noGrp="1"/>
          </p:cNvSpPr>
          <p:nvPr>
            <p:ph type="subTitle" idx="1"/>
          </p:nvPr>
        </p:nvSpPr>
        <p:spPr>
          <a:xfrm>
            <a:off x="720000" y="2215050"/>
            <a:ext cx="3228000" cy="108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29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2" name="Google Shape;472;p29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73" name="Google Shape;473;p2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6" name="Google Shape;476;p29"/>
          <p:cNvGrpSpPr/>
          <p:nvPr/>
        </p:nvGrpSpPr>
        <p:grpSpPr>
          <a:xfrm flipH="1">
            <a:off x="720011" y="4539099"/>
            <a:ext cx="825589" cy="93999"/>
            <a:chOff x="5718423" y="809024"/>
            <a:chExt cx="830071" cy="94500"/>
          </a:xfrm>
        </p:grpSpPr>
        <p:sp>
          <p:nvSpPr>
            <p:cNvPr id="477" name="Google Shape;477;p29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BODY_1_1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33"/>
          <p:cNvSpPr txBox="1">
            <a:spLocks noGrp="1"/>
          </p:cNvSpPr>
          <p:nvPr>
            <p:ph type="title" idx="2"/>
          </p:nvPr>
        </p:nvSpPr>
        <p:spPr>
          <a:xfrm>
            <a:off x="1769790" y="2497359"/>
            <a:ext cx="2082900" cy="196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33"/>
          <p:cNvSpPr txBox="1">
            <a:spLocks noGrp="1"/>
          </p:cNvSpPr>
          <p:nvPr>
            <p:ph type="title" idx="3"/>
          </p:nvPr>
        </p:nvSpPr>
        <p:spPr>
          <a:xfrm>
            <a:off x="5291263" y="2508350"/>
            <a:ext cx="2082900" cy="196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33"/>
          <p:cNvSpPr txBox="1">
            <a:spLocks noGrp="1"/>
          </p:cNvSpPr>
          <p:nvPr>
            <p:ph type="subTitle" idx="1"/>
          </p:nvPr>
        </p:nvSpPr>
        <p:spPr>
          <a:xfrm>
            <a:off x="4948388" y="2875872"/>
            <a:ext cx="2768700" cy="809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23" name="Google Shape;523;p33"/>
          <p:cNvSpPr txBox="1">
            <a:spLocks noGrp="1"/>
          </p:cNvSpPr>
          <p:nvPr>
            <p:ph type="subTitle" idx="4"/>
          </p:nvPr>
        </p:nvSpPr>
        <p:spPr>
          <a:xfrm>
            <a:off x="1426888" y="2864888"/>
            <a:ext cx="2768700" cy="809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24" name="Google Shape;524;p33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5" name="Google Shape;525;p3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26" name="Google Shape;526;p3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9" name="Google Shape;529;p3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530" name="Google Shape;530;p3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36"/>
          <p:cNvSpPr txBox="1">
            <a:spLocks noGrp="1"/>
          </p:cNvSpPr>
          <p:nvPr>
            <p:ph type="title" idx="2"/>
          </p:nvPr>
        </p:nvSpPr>
        <p:spPr>
          <a:xfrm>
            <a:off x="1227350" y="3431500"/>
            <a:ext cx="1596000" cy="178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0" name="Google Shape;570;p36"/>
          <p:cNvSpPr txBox="1">
            <a:spLocks noGrp="1"/>
          </p:cNvSpPr>
          <p:nvPr>
            <p:ph type="subTitle" idx="1"/>
          </p:nvPr>
        </p:nvSpPr>
        <p:spPr>
          <a:xfrm>
            <a:off x="937700" y="3644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36"/>
          <p:cNvSpPr txBox="1">
            <a:spLocks noGrp="1"/>
          </p:cNvSpPr>
          <p:nvPr>
            <p:ph type="title" idx="3"/>
          </p:nvPr>
        </p:nvSpPr>
        <p:spPr>
          <a:xfrm>
            <a:off x="3774099" y="3431500"/>
            <a:ext cx="1596000" cy="178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2" name="Google Shape;572;p36"/>
          <p:cNvSpPr txBox="1">
            <a:spLocks noGrp="1"/>
          </p:cNvSpPr>
          <p:nvPr>
            <p:ph type="subTitle" idx="4"/>
          </p:nvPr>
        </p:nvSpPr>
        <p:spPr>
          <a:xfrm>
            <a:off x="3484421" y="3644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36"/>
          <p:cNvSpPr txBox="1">
            <a:spLocks noGrp="1"/>
          </p:cNvSpPr>
          <p:nvPr>
            <p:ph type="title" idx="5"/>
          </p:nvPr>
        </p:nvSpPr>
        <p:spPr>
          <a:xfrm>
            <a:off x="6320804" y="3431500"/>
            <a:ext cx="1596000" cy="178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4" name="Google Shape;574;p36"/>
          <p:cNvSpPr txBox="1">
            <a:spLocks noGrp="1"/>
          </p:cNvSpPr>
          <p:nvPr>
            <p:ph type="subTitle" idx="6"/>
          </p:nvPr>
        </p:nvSpPr>
        <p:spPr>
          <a:xfrm>
            <a:off x="6031149" y="3644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36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6" name="Google Shape;576;p3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77" name="Google Shape;577;p3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6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581" name="Google Shape;581;p3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_1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44" name="Google Shape;644;p40"/>
          <p:cNvSpPr txBox="1">
            <a:spLocks noGrp="1"/>
          </p:cNvSpPr>
          <p:nvPr>
            <p:ph type="title" idx="2"/>
          </p:nvPr>
        </p:nvSpPr>
        <p:spPr>
          <a:xfrm>
            <a:off x="2826788" y="1647207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45" name="Google Shape;645;p40"/>
          <p:cNvSpPr txBox="1">
            <a:spLocks noGrp="1"/>
          </p:cNvSpPr>
          <p:nvPr>
            <p:ph type="subTitle" idx="1"/>
          </p:nvPr>
        </p:nvSpPr>
        <p:spPr>
          <a:xfrm>
            <a:off x="2727488" y="1910005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40"/>
          <p:cNvSpPr txBox="1">
            <a:spLocks noGrp="1"/>
          </p:cNvSpPr>
          <p:nvPr>
            <p:ph type="title" idx="3"/>
          </p:nvPr>
        </p:nvSpPr>
        <p:spPr>
          <a:xfrm>
            <a:off x="6727200" y="1647207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47" name="Google Shape;647;p40"/>
          <p:cNvSpPr txBox="1">
            <a:spLocks noGrp="1"/>
          </p:cNvSpPr>
          <p:nvPr>
            <p:ph type="subTitle" idx="4"/>
          </p:nvPr>
        </p:nvSpPr>
        <p:spPr>
          <a:xfrm>
            <a:off x="6627900" y="1910005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8" name="Google Shape;648;p40"/>
          <p:cNvSpPr txBox="1">
            <a:spLocks noGrp="1"/>
          </p:cNvSpPr>
          <p:nvPr>
            <p:ph type="title" idx="5"/>
          </p:nvPr>
        </p:nvSpPr>
        <p:spPr>
          <a:xfrm>
            <a:off x="2826788" y="3110323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49" name="Google Shape;649;p40"/>
          <p:cNvSpPr txBox="1">
            <a:spLocks noGrp="1"/>
          </p:cNvSpPr>
          <p:nvPr>
            <p:ph type="subTitle" idx="6"/>
          </p:nvPr>
        </p:nvSpPr>
        <p:spPr>
          <a:xfrm>
            <a:off x="2727488" y="3380774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0" name="Google Shape;650;p40"/>
          <p:cNvSpPr txBox="1">
            <a:spLocks noGrp="1"/>
          </p:cNvSpPr>
          <p:nvPr>
            <p:ph type="title" idx="7"/>
          </p:nvPr>
        </p:nvSpPr>
        <p:spPr>
          <a:xfrm>
            <a:off x="6727200" y="3110323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51" name="Google Shape;651;p40"/>
          <p:cNvSpPr txBox="1">
            <a:spLocks noGrp="1"/>
          </p:cNvSpPr>
          <p:nvPr>
            <p:ph type="subTitle" idx="8"/>
          </p:nvPr>
        </p:nvSpPr>
        <p:spPr>
          <a:xfrm>
            <a:off x="6627900" y="3380773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2" name="Google Shape;652;p40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4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654" name="Google Shape;654;p4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7" name="Google Shape;657;p40"/>
          <p:cNvGrpSpPr/>
          <p:nvPr/>
        </p:nvGrpSpPr>
        <p:grpSpPr>
          <a:xfrm flipH="1">
            <a:off x="4158122" y="4535409"/>
            <a:ext cx="825589" cy="93999"/>
            <a:chOff x="5718423" y="809024"/>
            <a:chExt cx="830071" cy="94500"/>
          </a:xfrm>
        </p:grpSpPr>
        <p:sp>
          <p:nvSpPr>
            <p:cNvPr id="658" name="Google Shape;658;p4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57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6" name="Google Shape;906;p5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907" name="Google Shape;907;p5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5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5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57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911" name="Google Shape;911;p5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5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5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58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8" name="Google Shape;918;p5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919" name="Google Shape;919;p5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5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5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2" name="Google Shape;922;p58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923" name="Google Shape;923;p5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5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5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5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59"/>
          <p:cNvSpPr/>
          <p:nvPr/>
        </p:nvSpPr>
        <p:spPr>
          <a:xfrm flipH="1">
            <a:off x="7839315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0" name="Google Shape;930;p59"/>
          <p:cNvGrpSpPr/>
          <p:nvPr/>
        </p:nvGrpSpPr>
        <p:grpSpPr>
          <a:xfrm rot="10800000">
            <a:off x="8217944" y="419474"/>
            <a:ext cx="429322" cy="93999"/>
            <a:chOff x="5795037" y="809024"/>
            <a:chExt cx="431653" cy="94500"/>
          </a:xfrm>
        </p:grpSpPr>
        <p:sp>
          <p:nvSpPr>
            <p:cNvPr id="931" name="Google Shape;931;p5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5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5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4" name="Google Shape;934;p59"/>
          <p:cNvSpPr/>
          <p:nvPr/>
        </p:nvSpPr>
        <p:spPr>
          <a:xfrm>
            <a:off x="429430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5" name="Google Shape;935;p59"/>
          <p:cNvGrpSpPr/>
          <p:nvPr/>
        </p:nvGrpSpPr>
        <p:grpSpPr>
          <a:xfrm rot="10800000" flipH="1">
            <a:off x="494779" y="4466049"/>
            <a:ext cx="429322" cy="93999"/>
            <a:chOff x="5795037" y="809024"/>
            <a:chExt cx="431653" cy="94500"/>
          </a:xfrm>
        </p:grpSpPr>
        <p:sp>
          <p:nvSpPr>
            <p:cNvPr id="936" name="Google Shape;936;p5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5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_1"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1" name="Google Shape;941;p60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942" name="Google Shape;942;p6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6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6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6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6" name="Google Shape;946;p60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7" name="Google Shape;947;p6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948" name="Google Shape;948;p6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6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6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8" r:id="rId4"/>
    <p:sldLayoutId id="2147483659" r:id="rId5"/>
    <p:sldLayoutId id="2147483660" r:id="rId6"/>
    <p:sldLayoutId id="2147483662" r:id="rId7"/>
    <p:sldLayoutId id="2147483670" r:id="rId8"/>
    <p:sldLayoutId id="2147483675" r:id="rId9"/>
    <p:sldLayoutId id="2147483679" r:id="rId10"/>
    <p:sldLayoutId id="2147483682" r:id="rId11"/>
    <p:sldLayoutId id="2147483686" r:id="rId12"/>
    <p:sldLayoutId id="2147483703" r:id="rId13"/>
    <p:sldLayoutId id="2147483704" r:id="rId14"/>
    <p:sldLayoutId id="2147483705" r:id="rId15"/>
    <p:sldLayoutId id="2147483706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7">
          <p15:clr>
            <a:srgbClr val="EA4335"/>
          </p15:clr>
        </p15:guide>
        <p15:guide id="2" pos="447">
          <p15:clr>
            <a:srgbClr val="EA4335"/>
          </p15:clr>
        </p15:guide>
        <p15:guide id="3" orient="horz" pos="2903">
          <p15:clr>
            <a:srgbClr val="EA4335"/>
          </p15:clr>
        </p15:guide>
        <p15:guide id="4" pos="531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slide" Target="slide10.xml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7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g"/><Relationship Id="rId5" Type="http://schemas.openxmlformats.org/officeDocument/2006/relationships/image" Target="../media/image8.jpg"/><Relationship Id="rId4" Type="http://schemas.openxmlformats.org/officeDocument/2006/relationships/image" Target="../media/image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4"/>
          <p:cNvSpPr/>
          <p:nvPr/>
        </p:nvSpPr>
        <p:spPr>
          <a:xfrm>
            <a:off x="637700" y="1355310"/>
            <a:ext cx="3813000" cy="78304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64"/>
          <p:cNvSpPr txBox="1">
            <a:spLocks noGrp="1"/>
          </p:cNvSpPr>
          <p:nvPr>
            <p:ph type="ctrTitle"/>
          </p:nvPr>
        </p:nvSpPr>
        <p:spPr>
          <a:xfrm>
            <a:off x="761024" y="1261311"/>
            <a:ext cx="3890700" cy="88618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>
                <a:solidFill>
                  <a:schemeClr val="dk1"/>
                </a:solidFill>
              </a:rPr>
              <a:t>SpeeDT</a:t>
            </a:r>
            <a:endParaRPr sz="4000" b="1" dirty="0">
              <a:solidFill>
                <a:schemeClr val="accent6"/>
              </a:solidFill>
            </a:endParaRPr>
          </a:p>
        </p:txBody>
      </p:sp>
      <p:sp>
        <p:nvSpPr>
          <p:cNvPr id="963" name="Google Shape;963;p64"/>
          <p:cNvSpPr txBox="1">
            <a:spLocks noGrp="1"/>
          </p:cNvSpPr>
          <p:nvPr>
            <p:ph type="subTitle" idx="1"/>
          </p:nvPr>
        </p:nvSpPr>
        <p:spPr>
          <a:xfrm>
            <a:off x="598850" y="3827041"/>
            <a:ext cx="3890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Instructor: Dr. Engr. Nkemeni Valery</a:t>
            </a:r>
            <a:endParaRPr dirty="0"/>
          </a:p>
        </p:txBody>
      </p:sp>
      <p:grpSp>
        <p:nvGrpSpPr>
          <p:cNvPr id="964" name="Google Shape;964;p64"/>
          <p:cNvGrpSpPr/>
          <p:nvPr/>
        </p:nvGrpSpPr>
        <p:grpSpPr>
          <a:xfrm flipH="1">
            <a:off x="725449" y="1167312"/>
            <a:ext cx="825589" cy="93999"/>
            <a:chOff x="5718423" y="809024"/>
            <a:chExt cx="830071" cy="94500"/>
          </a:xfrm>
        </p:grpSpPr>
        <p:sp>
          <p:nvSpPr>
            <p:cNvPr id="965" name="Google Shape;965;p6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6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6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6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 19">
            <a:extLst>
              <a:ext uri="{FF2B5EF4-FFF2-40B4-BE49-F238E27FC236}">
                <a16:creationId xmlns:a16="http://schemas.microsoft.com/office/drawing/2014/main" id="{482FB7C6-79A4-0608-8F51-058066BFCB1E}"/>
              </a:ext>
            </a:extLst>
          </p:cNvPr>
          <p:cNvSpPr/>
          <p:nvPr/>
        </p:nvSpPr>
        <p:spPr>
          <a:xfrm>
            <a:off x="598850" y="3569555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CE0CC"/>
                </a:solidFill>
              </a:rPr>
              <a:t>GROUP 4 MEMBERS</a:t>
            </a:r>
            <a:endParaRPr lang="en-US" sz="1500" dirty="0"/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2757CA7A-9E3F-148B-85C7-051D0D4F1599}"/>
              </a:ext>
            </a:extLst>
          </p:cNvPr>
          <p:cNvSpPr/>
          <p:nvPr/>
        </p:nvSpPr>
        <p:spPr>
          <a:xfrm>
            <a:off x="433277" y="2920323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5: UI Design and Implementation</a:t>
            </a:r>
            <a:endParaRPr lang="en-US" sz="2000" dirty="0"/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2092B5F6-5C46-CE24-196D-A4F67720B1B1}"/>
              </a:ext>
            </a:extLst>
          </p:cNvPr>
          <p:cNvSpPr/>
          <p:nvPr/>
        </p:nvSpPr>
        <p:spPr>
          <a:xfrm>
            <a:off x="433277" y="636665"/>
            <a:ext cx="2377440" cy="292608"/>
          </a:xfrm>
          <a:prstGeom prst="roundRect">
            <a:avLst>
              <a:gd name="adj" fmla="val 31250"/>
            </a:avLst>
          </a:prstGeom>
          <a:solidFill>
            <a:srgbClr val="4CE0CC">
              <a:alpha val="80000"/>
            </a:srgbClr>
          </a:solidFill>
          <a:ln w="12700">
            <a:solidFill>
              <a:srgbClr val="4CE0CC"/>
            </a:solidFill>
            <a:prstDash val="solid"/>
          </a:ln>
        </p:spPr>
        <p:txBody>
          <a:bodyPr/>
          <a:lstStyle/>
          <a:p>
            <a:r>
              <a:rPr lang="en-US" dirty="0"/>
              <a:t>CEF440 – GROUP4</a:t>
            </a:r>
            <a:endParaRPr lang="en-GB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DC564134-D3A2-95EC-A257-3132A38C1F56}"/>
              </a:ext>
            </a:extLst>
          </p:cNvPr>
          <p:cNvSpPr/>
          <p:nvPr/>
        </p:nvSpPr>
        <p:spPr>
          <a:xfrm>
            <a:off x="4887550" y="491490"/>
            <a:ext cx="3657600" cy="4160520"/>
          </a:xfrm>
          <a:prstGeom prst="roundRect">
            <a:avLst>
              <a:gd name="adj" fmla="val 375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74E0469-E201-632D-63AD-784FCAAFF822}"/>
              </a:ext>
            </a:extLst>
          </p:cNvPr>
          <p:cNvSpPr/>
          <p:nvPr/>
        </p:nvSpPr>
        <p:spPr>
          <a:xfrm>
            <a:off x="-1001350" y="3051810"/>
            <a:ext cx="3200400" cy="3200400"/>
          </a:xfrm>
          <a:prstGeom prst="ellipse">
            <a:avLst/>
          </a:prstGeom>
          <a:solidFill>
            <a:srgbClr val="3D3A9E">
              <a:alpha val="40000"/>
            </a:srgbClr>
          </a:solidFill>
          <a:ln w="12700">
            <a:solidFill>
              <a:srgbClr val="3D3A9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66">
            <a:hlinkClick r:id="" action="ppaction://noaction"/>
          </p:cNvPr>
          <p:cNvSpPr txBox="1">
            <a:spLocks noGrp="1"/>
          </p:cNvSpPr>
          <p:nvPr>
            <p:ph type="title" idx="17"/>
          </p:nvPr>
        </p:nvSpPr>
        <p:spPr>
          <a:xfrm>
            <a:off x="4679838" y="3555683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030" name="Google Shape;1030;p66">
            <a:hlinkClick r:id="" action="ppaction://noaction"/>
          </p:cNvPr>
          <p:cNvSpPr txBox="1">
            <a:spLocks noGrp="1"/>
          </p:cNvSpPr>
          <p:nvPr>
            <p:ph type="title" idx="18"/>
          </p:nvPr>
        </p:nvSpPr>
        <p:spPr>
          <a:xfrm>
            <a:off x="4679838" y="2517950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031" name="Google Shape;1031;p66">
            <a:hlinkClick r:id="" action="ppaction://noaction"/>
          </p:cNvPr>
          <p:cNvSpPr txBox="1">
            <a:spLocks noGrp="1"/>
          </p:cNvSpPr>
          <p:nvPr>
            <p:ph type="title" idx="19"/>
          </p:nvPr>
        </p:nvSpPr>
        <p:spPr>
          <a:xfrm>
            <a:off x="4679825" y="1480217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32" name="Google Shape;1032;p66">
            <a:hlinkClick r:id="" action="ppaction://noaction"/>
          </p:cNvPr>
          <p:cNvSpPr txBox="1">
            <a:spLocks noGrp="1"/>
          </p:cNvSpPr>
          <p:nvPr>
            <p:ph type="title" idx="2"/>
          </p:nvPr>
        </p:nvSpPr>
        <p:spPr>
          <a:xfrm>
            <a:off x="2159813" y="2517950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 identity</a:t>
            </a:r>
            <a:endParaRPr dirty="0"/>
          </a:p>
        </p:txBody>
      </p:sp>
      <p:sp>
        <p:nvSpPr>
          <p:cNvPr id="1033" name="Google Shape;1033;p66">
            <a:hlinkClick r:id="" action="ppaction://noaction"/>
          </p:cNvPr>
          <p:cNvSpPr txBox="1">
            <a:spLocks noGrp="1"/>
          </p:cNvSpPr>
          <p:nvPr>
            <p:ph type="title" idx="3"/>
          </p:nvPr>
        </p:nvSpPr>
        <p:spPr>
          <a:xfrm>
            <a:off x="5767658" y="1480217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Frontend Implementatio</a:t>
            </a:r>
            <a:endParaRPr dirty="0"/>
          </a:p>
        </p:txBody>
      </p:sp>
      <p:sp>
        <p:nvSpPr>
          <p:cNvPr id="1034" name="Google Shape;1034;p66">
            <a:hlinkClick r:id="" action="ppaction://noaction"/>
          </p:cNvPr>
          <p:cNvSpPr txBox="1">
            <a:spLocks noGrp="1"/>
          </p:cNvSpPr>
          <p:nvPr>
            <p:ph type="title" idx="5"/>
          </p:nvPr>
        </p:nvSpPr>
        <p:spPr>
          <a:xfrm>
            <a:off x="2159813" y="3555683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Visual Design Figma</a:t>
            </a:r>
            <a:endParaRPr dirty="0"/>
          </a:p>
        </p:txBody>
      </p:sp>
      <p:sp>
        <p:nvSpPr>
          <p:cNvPr id="1035" name="Google Shape;1035;p66">
            <a:hlinkClick r:id="rId3" action="ppaction://hlinksldjump"/>
          </p:cNvPr>
          <p:cNvSpPr txBox="1">
            <a:spLocks noGrp="1"/>
          </p:cNvSpPr>
          <p:nvPr>
            <p:ph type="title" idx="7"/>
          </p:nvPr>
        </p:nvSpPr>
        <p:spPr>
          <a:xfrm>
            <a:off x="2159813" y="1480217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036" name="Google Shape;1036;p66">
            <a:hlinkClick r:id="" action="ppaction://noaction"/>
          </p:cNvPr>
          <p:cNvSpPr txBox="1">
            <a:spLocks noGrp="1"/>
          </p:cNvSpPr>
          <p:nvPr>
            <p:ph type="title" idx="9"/>
          </p:nvPr>
        </p:nvSpPr>
        <p:spPr>
          <a:xfrm>
            <a:off x="5767661" y="2517950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Technical Deep Dive</a:t>
            </a:r>
            <a:endParaRPr dirty="0"/>
          </a:p>
        </p:txBody>
      </p:sp>
      <p:sp>
        <p:nvSpPr>
          <p:cNvPr id="1037" name="Google Shape;1037;p66">
            <a:hlinkClick r:id="" action="ppaction://noaction"/>
          </p:cNvPr>
          <p:cNvSpPr txBox="1">
            <a:spLocks noGrp="1"/>
          </p:cNvSpPr>
          <p:nvPr>
            <p:ph type="title" idx="14"/>
          </p:nvPr>
        </p:nvSpPr>
        <p:spPr>
          <a:xfrm>
            <a:off x="5767662" y="3567875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1038" name="Google Shape;1038;p6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039" name="Google Shape;1039;p66"/>
          <p:cNvSpPr txBox="1">
            <a:spLocks noGrp="1"/>
          </p:cNvSpPr>
          <p:nvPr>
            <p:ph type="subTitle" idx="1"/>
          </p:nvPr>
        </p:nvSpPr>
        <p:spPr>
          <a:xfrm>
            <a:off x="2159817" y="2809398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/>
              <a:t>Branding, naming &amp; target users</a:t>
            </a:r>
          </a:p>
        </p:txBody>
      </p:sp>
      <p:sp>
        <p:nvSpPr>
          <p:cNvPr id="1040" name="Google Shape;1040;p66"/>
          <p:cNvSpPr txBox="1">
            <a:spLocks noGrp="1"/>
          </p:cNvSpPr>
          <p:nvPr>
            <p:ph type="subTitle" idx="4"/>
          </p:nvPr>
        </p:nvSpPr>
        <p:spPr>
          <a:xfrm>
            <a:off x="5767646" y="1810724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/>
              <a:t>Expo, React Native, MVVM architecture</a:t>
            </a:r>
          </a:p>
        </p:txBody>
      </p:sp>
      <p:sp>
        <p:nvSpPr>
          <p:cNvPr id="1041" name="Google Shape;1041;p66"/>
          <p:cNvSpPr txBox="1">
            <a:spLocks noGrp="1"/>
          </p:cNvSpPr>
          <p:nvPr>
            <p:ph type="subTitle" idx="6"/>
          </p:nvPr>
        </p:nvSpPr>
        <p:spPr>
          <a:xfrm>
            <a:off x="2110846" y="3974099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/>
              <a:t>Wireframes, palette &amp; screen mockups</a:t>
            </a:r>
          </a:p>
        </p:txBody>
      </p:sp>
      <p:sp>
        <p:nvSpPr>
          <p:cNvPr id="1042" name="Google Shape;1042;p66"/>
          <p:cNvSpPr txBox="1">
            <a:spLocks noGrp="1"/>
          </p:cNvSpPr>
          <p:nvPr>
            <p:ph type="subTitle" idx="8"/>
          </p:nvPr>
        </p:nvSpPr>
        <p:spPr>
          <a:xfrm>
            <a:off x="2159812" y="1761942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content &amp; objectives</a:t>
            </a:r>
            <a:endParaRPr dirty="0"/>
          </a:p>
        </p:txBody>
      </p:sp>
      <p:sp>
        <p:nvSpPr>
          <p:cNvPr id="1043" name="Google Shape;1043;p66"/>
          <p:cNvSpPr txBox="1">
            <a:spLocks noGrp="1"/>
          </p:cNvSpPr>
          <p:nvPr>
            <p:ph type="subTitle" idx="13"/>
          </p:nvPr>
        </p:nvSpPr>
        <p:spPr>
          <a:xfrm>
            <a:off x="5767661" y="2969299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/>
              <a:t>TypeScript models, routing, styling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4" name="Google Shape;1044;p66"/>
          <p:cNvSpPr txBox="1">
            <a:spLocks noGrp="1"/>
          </p:cNvSpPr>
          <p:nvPr>
            <p:ph type="subTitle" idx="15"/>
          </p:nvPr>
        </p:nvSpPr>
        <p:spPr>
          <a:xfrm>
            <a:off x="5720651" y="3858548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 &amp; next steps</a:t>
            </a:r>
            <a:endParaRPr dirty="0"/>
          </a:p>
        </p:txBody>
      </p:sp>
      <p:sp>
        <p:nvSpPr>
          <p:cNvPr id="1045" name="Google Shape;1045;p66">
            <a:hlinkClick r:id="" action="ppaction://noaction"/>
          </p:cNvPr>
          <p:cNvSpPr txBox="1">
            <a:spLocks noGrp="1"/>
          </p:cNvSpPr>
          <p:nvPr>
            <p:ph type="title" idx="16"/>
          </p:nvPr>
        </p:nvSpPr>
        <p:spPr>
          <a:xfrm>
            <a:off x="1070825" y="3555683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46" name="Google Shape;1046;p66">
            <a:hlinkClick r:id="" action="ppaction://noaction"/>
          </p:cNvPr>
          <p:cNvSpPr txBox="1">
            <a:spLocks noGrp="1"/>
          </p:cNvSpPr>
          <p:nvPr>
            <p:ph type="title" idx="20"/>
          </p:nvPr>
        </p:nvSpPr>
        <p:spPr>
          <a:xfrm>
            <a:off x="1070838" y="2517950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47" name="Google Shape;1047;p66">
            <a:hlinkClick r:id="rId3" action="ppaction://hlinksldjump"/>
          </p:cNvPr>
          <p:cNvSpPr txBox="1">
            <a:spLocks noGrp="1"/>
          </p:cNvSpPr>
          <p:nvPr>
            <p:ph type="title" idx="21"/>
          </p:nvPr>
        </p:nvSpPr>
        <p:spPr>
          <a:xfrm>
            <a:off x="1070838" y="1480217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048" name="Google Shape;1048;p66"/>
          <p:cNvGrpSpPr/>
          <p:nvPr/>
        </p:nvGrpSpPr>
        <p:grpSpPr>
          <a:xfrm flipH="1">
            <a:off x="1772990" y="1558774"/>
            <a:ext cx="337856" cy="93999"/>
            <a:chOff x="5963614" y="809024"/>
            <a:chExt cx="339690" cy="94500"/>
          </a:xfrm>
        </p:grpSpPr>
        <p:sp>
          <p:nvSpPr>
            <p:cNvPr id="1049" name="Google Shape;1049;p6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6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1" name="Google Shape;1051;p66"/>
          <p:cNvGrpSpPr/>
          <p:nvPr/>
        </p:nvGrpSpPr>
        <p:grpSpPr>
          <a:xfrm flipH="1">
            <a:off x="1772990" y="2638049"/>
            <a:ext cx="337856" cy="93999"/>
            <a:chOff x="5963614" y="809024"/>
            <a:chExt cx="339690" cy="94500"/>
          </a:xfrm>
        </p:grpSpPr>
        <p:sp>
          <p:nvSpPr>
            <p:cNvPr id="1052" name="Google Shape;1052;p6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6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4" name="Google Shape;1054;p66"/>
          <p:cNvGrpSpPr/>
          <p:nvPr/>
        </p:nvGrpSpPr>
        <p:grpSpPr>
          <a:xfrm flipH="1">
            <a:off x="1772990" y="3654349"/>
            <a:ext cx="337856" cy="93999"/>
            <a:chOff x="5963614" y="809024"/>
            <a:chExt cx="339690" cy="94500"/>
          </a:xfrm>
        </p:grpSpPr>
        <p:sp>
          <p:nvSpPr>
            <p:cNvPr id="1055" name="Google Shape;1055;p6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6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66"/>
          <p:cNvGrpSpPr/>
          <p:nvPr/>
        </p:nvGrpSpPr>
        <p:grpSpPr>
          <a:xfrm flipH="1">
            <a:off x="5429790" y="1558774"/>
            <a:ext cx="337856" cy="93999"/>
            <a:chOff x="5963614" y="809024"/>
            <a:chExt cx="339690" cy="94500"/>
          </a:xfrm>
        </p:grpSpPr>
        <p:sp>
          <p:nvSpPr>
            <p:cNvPr id="1058" name="Google Shape;1058;p6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6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0" name="Google Shape;1060;p66"/>
          <p:cNvGrpSpPr/>
          <p:nvPr/>
        </p:nvGrpSpPr>
        <p:grpSpPr>
          <a:xfrm flipH="1">
            <a:off x="5429790" y="2638049"/>
            <a:ext cx="337856" cy="93999"/>
            <a:chOff x="5963614" y="809024"/>
            <a:chExt cx="339690" cy="94500"/>
          </a:xfrm>
        </p:grpSpPr>
        <p:sp>
          <p:nvSpPr>
            <p:cNvPr id="1061" name="Google Shape;1061;p6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6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3" name="Google Shape;1063;p66"/>
          <p:cNvGrpSpPr/>
          <p:nvPr/>
        </p:nvGrpSpPr>
        <p:grpSpPr>
          <a:xfrm flipH="1">
            <a:off x="5429790" y="3654349"/>
            <a:ext cx="337856" cy="93999"/>
            <a:chOff x="5963614" y="809024"/>
            <a:chExt cx="339690" cy="94500"/>
          </a:xfrm>
        </p:grpSpPr>
        <p:sp>
          <p:nvSpPr>
            <p:cNvPr id="1064" name="Google Shape;1064;p6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6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6" name="Google Shape;1066;p66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66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66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66">
            <a:hlinkClick r:id="rId4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65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65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" name="Google Shape;1023;p65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65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0F1A3F59-1844-6E91-A0AD-00FE37510B5E}"/>
              </a:ext>
            </a:extLst>
          </p:cNvPr>
          <p:cNvSpPr/>
          <p:nvPr/>
        </p:nvSpPr>
        <p:spPr>
          <a:xfrm>
            <a:off x="425875" y="60045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4C6CAB6D-3F81-7448-2096-D85537570034}"/>
              </a:ext>
            </a:extLst>
          </p:cNvPr>
          <p:cNvSpPr/>
          <p:nvPr/>
        </p:nvSpPr>
        <p:spPr>
          <a:xfrm>
            <a:off x="380155" y="1194816"/>
            <a:ext cx="5120640" cy="713232"/>
          </a:xfrm>
          <a:prstGeom prst="roundRect">
            <a:avLst>
              <a:gd name="adj" fmla="val 19231"/>
            </a:avLst>
          </a:prstGeom>
          <a:solidFill>
            <a:srgbClr val="312D9E">
              <a:alpha val="95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A62F92FC-14A0-F75B-95C9-B1F992077ED4}"/>
              </a:ext>
            </a:extLst>
          </p:cNvPr>
          <p:cNvSpPr/>
          <p:nvPr/>
        </p:nvSpPr>
        <p:spPr>
          <a:xfrm>
            <a:off x="517315" y="14234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DDAA8F82-4B5F-3CD4-5B0B-A0EF33DA66CA}"/>
              </a:ext>
            </a:extLst>
          </p:cNvPr>
          <p:cNvSpPr/>
          <p:nvPr/>
        </p:nvSpPr>
        <p:spPr>
          <a:xfrm>
            <a:off x="992803" y="128625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E0CC"/>
                </a:solidFill>
              </a:rPr>
              <a:t>What is SpeeDT?</a:t>
            </a:r>
            <a:endParaRPr lang="en-US" sz="1200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1771094C-D7AF-27AD-A121-ADAA74B4BD83}"/>
              </a:ext>
            </a:extLst>
          </p:cNvPr>
          <p:cNvSpPr/>
          <p:nvPr/>
        </p:nvSpPr>
        <p:spPr>
          <a:xfrm>
            <a:off x="992803" y="1542288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6FF"/>
                </a:solidFill>
              </a:rPr>
              <a:t>A QoE Mobile Network Monitoring App for Cameroon  monitoring MTN, Orange &amp; CAMTEL networks on Android &amp; iOS.</a:t>
            </a:r>
            <a:endParaRPr lang="en-US" sz="1000" dirty="0"/>
          </a:p>
        </p:txBody>
      </p:sp>
      <p:sp>
        <p:nvSpPr>
          <p:cNvPr id="42" name="Shape 15">
            <a:extLst>
              <a:ext uri="{FF2B5EF4-FFF2-40B4-BE49-F238E27FC236}">
                <a16:creationId xmlns:a16="http://schemas.microsoft.com/office/drawing/2014/main" id="{7FFB7ED9-2F8C-EF9C-D8C1-FA959964B10C}"/>
              </a:ext>
            </a:extLst>
          </p:cNvPr>
          <p:cNvSpPr/>
          <p:nvPr/>
        </p:nvSpPr>
        <p:spPr>
          <a:xfrm>
            <a:off x="380155" y="2036064"/>
            <a:ext cx="5120640" cy="713232"/>
          </a:xfrm>
          <a:prstGeom prst="roundRect">
            <a:avLst>
              <a:gd name="adj" fmla="val 19231"/>
            </a:avLst>
          </a:prstGeom>
          <a:solidFill>
            <a:srgbClr val="312D9E">
              <a:alpha val="95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0F9643E7-620C-836A-6B7F-CC0FBDCB5567}"/>
              </a:ext>
            </a:extLst>
          </p:cNvPr>
          <p:cNvSpPr/>
          <p:nvPr/>
        </p:nvSpPr>
        <p:spPr>
          <a:xfrm>
            <a:off x="517315" y="226466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AB3AC42A-51F1-4C65-F54E-1176597D5056}"/>
              </a:ext>
            </a:extLst>
          </p:cNvPr>
          <p:cNvSpPr/>
          <p:nvPr/>
        </p:nvSpPr>
        <p:spPr>
          <a:xfrm>
            <a:off x="992803" y="212750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E0CC"/>
                </a:solidFill>
              </a:rPr>
              <a:t>Built on Previous Tasks</a:t>
            </a:r>
            <a:endParaRPr lang="en-US" sz="1200" dirty="0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A5A03E2B-02AA-5A5F-F2F5-0B2237292C3D}"/>
              </a:ext>
            </a:extLst>
          </p:cNvPr>
          <p:cNvSpPr/>
          <p:nvPr/>
        </p:nvSpPr>
        <p:spPr>
          <a:xfrm>
            <a:off x="992803" y="2383536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6FF"/>
                </a:solidFill>
              </a:rPr>
              <a:t>Extends requirements analysis (Task 2–3) and system design (Task 4) into a working mobile frontend.</a:t>
            </a:r>
            <a:endParaRPr lang="en-US" sz="1000" dirty="0"/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79F3DB86-8BA3-C344-ED6B-25E0260E3A1B}"/>
              </a:ext>
            </a:extLst>
          </p:cNvPr>
          <p:cNvSpPr/>
          <p:nvPr/>
        </p:nvSpPr>
        <p:spPr>
          <a:xfrm>
            <a:off x="380155" y="2877312"/>
            <a:ext cx="5120640" cy="713232"/>
          </a:xfrm>
          <a:prstGeom prst="roundRect">
            <a:avLst>
              <a:gd name="adj" fmla="val 19231"/>
            </a:avLst>
          </a:prstGeom>
          <a:solidFill>
            <a:srgbClr val="312D9E">
              <a:alpha val="95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47EE01DC-E254-0AE8-FFFE-18843B8F324E}"/>
              </a:ext>
            </a:extLst>
          </p:cNvPr>
          <p:cNvSpPr/>
          <p:nvPr/>
        </p:nvSpPr>
        <p:spPr>
          <a:xfrm>
            <a:off x="517315" y="31059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🛠️</a:t>
            </a:r>
            <a:endParaRPr lang="en-US" sz="1800" dirty="0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3CC60D0E-977B-06E2-F423-AB3D7B3BCE8C}"/>
              </a:ext>
            </a:extLst>
          </p:cNvPr>
          <p:cNvSpPr/>
          <p:nvPr/>
        </p:nvSpPr>
        <p:spPr>
          <a:xfrm>
            <a:off x="992803" y="296875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E0CC"/>
                </a:solidFill>
              </a:rPr>
              <a:t>Core Tools Used</a:t>
            </a:r>
            <a:endParaRPr lang="en-US" sz="1200" dirty="0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07CB185B-A919-346D-7D2F-341132E46C70}"/>
              </a:ext>
            </a:extLst>
          </p:cNvPr>
          <p:cNvSpPr/>
          <p:nvPr/>
        </p:nvSpPr>
        <p:spPr>
          <a:xfrm>
            <a:off x="992803" y="3224784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6FF"/>
                </a:solidFill>
              </a:rPr>
              <a:t>Figma for UI/UX prototyping. React Native + Expo + TypeScript for cross-platform implementation.</a:t>
            </a:r>
            <a:endParaRPr lang="en-US" sz="1000" dirty="0"/>
          </a:p>
        </p:txBody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9219CB56-4B08-CF57-7A45-6667AD7275C6}"/>
              </a:ext>
            </a:extLst>
          </p:cNvPr>
          <p:cNvSpPr/>
          <p:nvPr/>
        </p:nvSpPr>
        <p:spPr>
          <a:xfrm>
            <a:off x="380155" y="3718560"/>
            <a:ext cx="5120640" cy="713232"/>
          </a:xfrm>
          <a:prstGeom prst="roundRect">
            <a:avLst>
              <a:gd name="adj" fmla="val 19231"/>
            </a:avLst>
          </a:prstGeom>
          <a:solidFill>
            <a:srgbClr val="312D9E">
              <a:alpha val="95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61D3493B-30B3-15DC-82C8-D69D42D78F3F}"/>
              </a:ext>
            </a:extLst>
          </p:cNvPr>
          <p:cNvSpPr/>
          <p:nvPr/>
        </p:nvSpPr>
        <p:spPr>
          <a:xfrm>
            <a:off x="517315" y="3947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88D9FB0F-DB19-FA74-49DD-884EB094FD5F}"/>
              </a:ext>
            </a:extLst>
          </p:cNvPr>
          <p:cNvSpPr/>
          <p:nvPr/>
        </p:nvSpPr>
        <p:spPr>
          <a:xfrm>
            <a:off x="992803" y="381000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E0CC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D11FC6EC-4664-93CE-DFE2-C76A5250113C}"/>
              </a:ext>
            </a:extLst>
          </p:cNvPr>
          <p:cNvSpPr/>
          <p:nvPr/>
        </p:nvSpPr>
        <p:spPr>
          <a:xfrm>
            <a:off x="992803" y="4066032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6FF"/>
                </a:solidFill>
              </a:rPr>
              <a:t>MVVM pattern ensures clean separation of data, UI, and logic layers for maintainability and scalability.</a:t>
            </a:r>
            <a:endParaRPr lang="en-US" sz="1000" dirty="0"/>
          </a:p>
        </p:txBody>
      </p:sp>
      <p:sp>
        <p:nvSpPr>
          <p:cNvPr id="54" name="Shape 27">
            <a:extLst>
              <a:ext uri="{FF2B5EF4-FFF2-40B4-BE49-F238E27FC236}">
                <a16:creationId xmlns:a16="http://schemas.microsoft.com/office/drawing/2014/main" id="{2D16C366-2157-7721-EB75-ECC625DCECA9}"/>
              </a:ext>
            </a:extLst>
          </p:cNvPr>
          <p:cNvSpPr/>
          <p:nvPr/>
        </p:nvSpPr>
        <p:spPr>
          <a:xfrm>
            <a:off x="5775115" y="1149096"/>
            <a:ext cx="3017520" cy="3383280"/>
          </a:xfrm>
          <a:prstGeom prst="roundRect">
            <a:avLst>
              <a:gd name="adj" fmla="val 4545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sp>
      <p:sp>
        <p:nvSpPr>
          <p:cNvPr id="55" name="Text 28">
            <a:extLst>
              <a:ext uri="{FF2B5EF4-FFF2-40B4-BE49-F238E27FC236}">
                <a16:creationId xmlns:a16="http://schemas.microsoft.com/office/drawing/2014/main" id="{35FE9035-08D1-E181-8CEE-F9ACEDCDE9A2}"/>
              </a:ext>
            </a:extLst>
          </p:cNvPr>
          <p:cNvSpPr/>
          <p:nvPr/>
        </p:nvSpPr>
        <p:spPr>
          <a:xfrm>
            <a:off x="5912275" y="128625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Network Challenge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 Cameroon</a:t>
            </a:r>
            <a:endParaRPr lang="en-US" sz="1400" dirty="0"/>
          </a:p>
        </p:txBody>
      </p:sp>
      <p:sp>
        <p:nvSpPr>
          <p:cNvPr id="56" name="Shape 29">
            <a:extLst>
              <a:ext uri="{FF2B5EF4-FFF2-40B4-BE49-F238E27FC236}">
                <a16:creationId xmlns:a16="http://schemas.microsoft.com/office/drawing/2014/main" id="{FF965635-EF25-9390-6C19-5ADBCFF78D35}"/>
              </a:ext>
            </a:extLst>
          </p:cNvPr>
          <p:cNvSpPr/>
          <p:nvPr/>
        </p:nvSpPr>
        <p:spPr>
          <a:xfrm>
            <a:off x="5957995" y="1926336"/>
            <a:ext cx="1234440" cy="868680"/>
          </a:xfrm>
          <a:prstGeom prst="roundRect">
            <a:avLst>
              <a:gd name="adj" fmla="val 15789"/>
            </a:avLst>
          </a:prstGeom>
          <a:solidFill>
            <a:srgbClr val="4B47B8"/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7" name="Text 30">
            <a:extLst>
              <a:ext uri="{FF2B5EF4-FFF2-40B4-BE49-F238E27FC236}">
                <a16:creationId xmlns:a16="http://schemas.microsoft.com/office/drawing/2014/main" id="{BAB42C80-ACC4-D92F-58EE-C8FB89899E8E}"/>
              </a:ext>
            </a:extLst>
          </p:cNvPr>
          <p:cNvSpPr/>
          <p:nvPr/>
        </p:nvSpPr>
        <p:spPr>
          <a:xfrm>
            <a:off x="5957995" y="199948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E0CC"/>
                </a:solidFill>
              </a:rPr>
              <a:t>54%</a:t>
            </a:r>
            <a:endParaRPr lang="en-US" sz="2200" dirty="0"/>
          </a:p>
        </p:txBody>
      </p:sp>
      <p:sp>
        <p:nvSpPr>
          <p:cNvPr id="58" name="Text 31">
            <a:extLst>
              <a:ext uri="{FF2B5EF4-FFF2-40B4-BE49-F238E27FC236}">
                <a16:creationId xmlns:a16="http://schemas.microsoft.com/office/drawing/2014/main" id="{01B8A2AE-8784-F573-53C4-CE80A1E7BCF6}"/>
              </a:ext>
            </a:extLst>
          </p:cNvPr>
          <p:cNvSpPr/>
          <p:nvPr/>
        </p:nvSpPr>
        <p:spPr>
          <a:xfrm>
            <a:off x="5957995" y="242925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BDB"/>
                </a:solidFill>
              </a:rPr>
              <a:t>Android share</a:t>
            </a:r>
            <a:endParaRPr lang="en-US" sz="900" dirty="0"/>
          </a:p>
        </p:txBody>
      </p:sp>
      <p:sp>
        <p:nvSpPr>
          <p:cNvPr id="59" name="Shape 32">
            <a:extLst>
              <a:ext uri="{FF2B5EF4-FFF2-40B4-BE49-F238E27FC236}">
                <a16:creationId xmlns:a16="http://schemas.microsoft.com/office/drawing/2014/main" id="{4A5BDD15-5875-3D47-F1F7-C706D1C49346}"/>
              </a:ext>
            </a:extLst>
          </p:cNvPr>
          <p:cNvSpPr/>
          <p:nvPr/>
        </p:nvSpPr>
        <p:spPr>
          <a:xfrm>
            <a:off x="7375315" y="1926336"/>
            <a:ext cx="1234440" cy="868680"/>
          </a:xfrm>
          <a:prstGeom prst="roundRect">
            <a:avLst>
              <a:gd name="adj" fmla="val 15789"/>
            </a:avLst>
          </a:prstGeom>
          <a:solidFill>
            <a:srgbClr val="4B47B8"/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0" name="Text 33">
            <a:extLst>
              <a:ext uri="{FF2B5EF4-FFF2-40B4-BE49-F238E27FC236}">
                <a16:creationId xmlns:a16="http://schemas.microsoft.com/office/drawing/2014/main" id="{400027DB-00B9-7D97-70FC-739E8BC2D65F}"/>
              </a:ext>
            </a:extLst>
          </p:cNvPr>
          <p:cNvSpPr/>
          <p:nvPr/>
        </p:nvSpPr>
        <p:spPr>
          <a:xfrm>
            <a:off x="7375315" y="199948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E0CC"/>
                </a:solidFill>
              </a:rPr>
              <a:t>46%</a:t>
            </a:r>
            <a:endParaRPr lang="en-US" sz="2200" dirty="0"/>
          </a:p>
        </p:txBody>
      </p:sp>
      <p:sp>
        <p:nvSpPr>
          <p:cNvPr id="61" name="Text 34">
            <a:extLst>
              <a:ext uri="{FF2B5EF4-FFF2-40B4-BE49-F238E27FC236}">
                <a16:creationId xmlns:a16="http://schemas.microsoft.com/office/drawing/2014/main" id="{F2F05300-DF5C-E960-1302-50F69792965A}"/>
              </a:ext>
            </a:extLst>
          </p:cNvPr>
          <p:cNvSpPr/>
          <p:nvPr/>
        </p:nvSpPr>
        <p:spPr>
          <a:xfrm>
            <a:off x="7375315" y="242925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BDB"/>
                </a:solidFill>
              </a:rPr>
              <a:t>iOS share</a:t>
            </a:r>
            <a:endParaRPr lang="en-US" sz="900" dirty="0"/>
          </a:p>
        </p:txBody>
      </p:sp>
      <p:sp>
        <p:nvSpPr>
          <p:cNvPr id="62" name="Shape 35">
            <a:extLst>
              <a:ext uri="{FF2B5EF4-FFF2-40B4-BE49-F238E27FC236}">
                <a16:creationId xmlns:a16="http://schemas.microsoft.com/office/drawing/2014/main" id="{01BEC3FF-ECE8-895D-D200-EC3412BDCDFE}"/>
              </a:ext>
            </a:extLst>
          </p:cNvPr>
          <p:cNvSpPr/>
          <p:nvPr/>
        </p:nvSpPr>
        <p:spPr>
          <a:xfrm>
            <a:off x="5957995" y="3023616"/>
            <a:ext cx="1234440" cy="868680"/>
          </a:xfrm>
          <a:prstGeom prst="roundRect">
            <a:avLst>
              <a:gd name="adj" fmla="val 15789"/>
            </a:avLst>
          </a:prstGeom>
          <a:solidFill>
            <a:srgbClr val="4B47B8"/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3" name="Text 36">
            <a:extLst>
              <a:ext uri="{FF2B5EF4-FFF2-40B4-BE49-F238E27FC236}">
                <a16:creationId xmlns:a16="http://schemas.microsoft.com/office/drawing/2014/main" id="{1B6C4545-4E6C-8D8A-740B-11194AF8E840}"/>
              </a:ext>
            </a:extLst>
          </p:cNvPr>
          <p:cNvSpPr/>
          <p:nvPr/>
        </p:nvSpPr>
        <p:spPr>
          <a:xfrm>
            <a:off x="5957995" y="309676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E0CC"/>
                </a:solidFill>
              </a:rPr>
              <a:t>3</a:t>
            </a:r>
            <a:endParaRPr lang="en-US" sz="2200" dirty="0"/>
          </a:p>
        </p:txBody>
      </p:sp>
      <p:sp>
        <p:nvSpPr>
          <p:cNvPr id="960" name="Text 37">
            <a:extLst>
              <a:ext uri="{FF2B5EF4-FFF2-40B4-BE49-F238E27FC236}">
                <a16:creationId xmlns:a16="http://schemas.microsoft.com/office/drawing/2014/main" id="{491ADAF6-5B45-32C1-252D-A694D796E56F}"/>
              </a:ext>
            </a:extLst>
          </p:cNvPr>
          <p:cNvSpPr/>
          <p:nvPr/>
        </p:nvSpPr>
        <p:spPr>
          <a:xfrm>
            <a:off x="5957995" y="352653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BDB"/>
                </a:solidFill>
              </a:rPr>
              <a:t>Major carriers</a:t>
            </a:r>
            <a:endParaRPr lang="en-US" sz="900" dirty="0"/>
          </a:p>
        </p:txBody>
      </p:sp>
      <p:sp>
        <p:nvSpPr>
          <p:cNvPr id="961" name="Shape 38">
            <a:extLst>
              <a:ext uri="{FF2B5EF4-FFF2-40B4-BE49-F238E27FC236}">
                <a16:creationId xmlns:a16="http://schemas.microsoft.com/office/drawing/2014/main" id="{84C30372-5B9D-B4BF-BE77-BD7C578E248B}"/>
              </a:ext>
            </a:extLst>
          </p:cNvPr>
          <p:cNvSpPr/>
          <p:nvPr/>
        </p:nvSpPr>
        <p:spPr>
          <a:xfrm>
            <a:off x="7375315" y="3023616"/>
            <a:ext cx="1234440" cy="868680"/>
          </a:xfrm>
          <a:prstGeom prst="roundRect">
            <a:avLst>
              <a:gd name="adj" fmla="val 15789"/>
            </a:avLst>
          </a:prstGeom>
          <a:solidFill>
            <a:srgbClr val="4B47B8"/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62" name="Text 39">
            <a:extLst>
              <a:ext uri="{FF2B5EF4-FFF2-40B4-BE49-F238E27FC236}">
                <a16:creationId xmlns:a16="http://schemas.microsoft.com/office/drawing/2014/main" id="{025B8750-0A19-DE2C-402B-DD05802047AD}"/>
              </a:ext>
            </a:extLst>
          </p:cNvPr>
          <p:cNvSpPr/>
          <p:nvPr/>
        </p:nvSpPr>
        <p:spPr>
          <a:xfrm>
            <a:off x="7375315" y="309676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E0CC"/>
                </a:solidFill>
              </a:rPr>
              <a:t>1</a:t>
            </a:r>
            <a:endParaRPr lang="en-US" sz="2200" dirty="0"/>
          </a:p>
        </p:txBody>
      </p:sp>
      <p:sp>
        <p:nvSpPr>
          <p:cNvPr id="963" name="Text 40">
            <a:extLst>
              <a:ext uri="{FF2B5EF4-FFF2-40B4-BE49-F238E27FC236}">
                <a16:creationId xmlns:a16="http://schemas.microsoft.com/office/drawing/2014/main" id="{E8C6A561-9D66-DED7-B9E9-39C282B4A6B0}"/>
              </a:ext>
            </a:extLst>
          </p:cNvPr>
          <p:cNvSpPr/>
          <p:nvPr/>
        </p:nvSpPr>
        <p:spPr>
          <a:xfrm>
            <a:off x="7375315" y="352653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BDB"/>
                </a:solidFill>
              </a:rPr>
              <a:t>Regulator (ART)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76"/>
          <p:cNvSpPr/>
          <p:nvPr/>
        </p:nvSpPr>
        <p:spPr>
          <a:xfrm>
            <a:off x="1030453" y="1919649"/>
            <a:ext cx="1952400" cy="1133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76"/>
          <p:cNvSpPr/>
          <p:nvPr/>
        </p:nvSpPr>
        <p:spPr>
          <a:xfrm>
            <a:off x="3577174" y="1919649"/>
            <a:ext cx="1952400" cy="1133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76"/>
          <p:cNvSpPr/>
          <p:nvPr/>
        </p:nvSpPr>
        <p:spPr>
          <a:xfrm>
            <a:off x="6123902" y="1919649"/>
            <a:ext cx="1952400" cy="1133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8" name="Google Shape;1498;p76"/>
          <p:cNvGrpSpPr/>
          <p:nvPr/>
        </p:nvGrpSpPr>
        <p:grpSpPr>
          <a:xfrm>
            <a:off x="1131250" y="1995949"/>
            <a:ext cx="1750805" cy="94001"/>
            <a:chOff x="3569131" y="3296864"/>
            <a:chExt cx="2721600" cy="146100"/>
          </a:xfrm>
        </p:grpSpPr>
        <p:sp>
          <p:nvSpPr>
            <p:cNvPr id="1499" name="Google Shape;1499;p76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00" name="Google Shape;1500;p76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501" name="Google Shape;1501;p76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7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76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04" name="Google Shape;1504;p76"/>
          <p:cNvGrpSpPr/>
          <p:nvPr/>
        </p:nvGrpSpPr>
        <p:grpSpPr>
          <a:xfrm>
            <a:off x="3677975" y="1995949"/>
            <a:ext cx="1750805" cy="94001"/>
            <a:chOff x="3569131" y="3296864"/>
            <a:chExt cx="2721600" cy="146100"/>
          </a:xfrm>
        </p:grpSpPr>
        <p:sp>
          <p:nvSpPr>
            <p:cNvPr id="1505" name="Google Shape;1505;p76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06" name="Google Shape;1506;p76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507" name="Google Shape;1507;p76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7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76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10" name="Google Shape;1510;p76"/>
          <p:cNvGrpSpPr/>
          <p:nvPr/>
        </p:nvGrpSpPr>
        <p:grpSpPr>
          <a:xfrm>
            <a:off x="6224700" y="1995949"/>
            <a:ext cx="1750805" cy="94001"/>
            <a:chOff x="3569131" y="3296864"/>
            <a:chExt cx="2721600" cy="146100"/>
          </a:xfrm>
        </p:grpSpPr>
        <p:sp>
          <p:nvSpPr>
            <p:cNvPr id="1511" name="Google Shape;1511;p76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2" name="Google Shape;1512;p76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513" name="Google Shape;1513;p76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7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76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16" name="Google Shape;1516;p76"/>
          <p:cNvSpPr/>
          <p:nvPr/>
        </p:nvSpPr>
        <p:spPr>
          <a:xfrm>
            <a:off x="1030452" y="3211545"/>
            <a:ext cx="1952393" cy="616279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7" name="Google Shape;1517;p76"/>
          <p:cNvSpPr/>
          <p:nvPr/>
        </p:nvSpPr>
        <p:spPr>
          <a:xfrm>
            <a:off x="3577174" y="3211545"/>
            <a:ext cx="1952393" cy="616279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8" name="Google Shape;1518;p76"/>
          <p:cNvSpPr/>
          <p:nvPr/>
        </p:nvSpPr>
        <p:spPr>
          <a:xfrm>
            <a:off x="6123902" y="3211576"/>
            <a:ext cx="1952393" cy="6162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p7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 Identity</a:t>
            </a:r>
            <a:endParaRPr dirty="0"/>
          </a:p>
        </p:txBody>
      </p:sp>
      <p:sp>
        <p:nvSpPr>
          <p:cNvPr id="1520" name="Google Shape;1520;p76"/>
          <p:cNvSpPr txBox="1">
            <a:spLocks noGrp="1"/>
          </p:cNvSpPr>
          <p:nvPr>
            <p:ph type="title" idx="2"/>
          </p:nvPr>
        </p:nvSpPr>
        <p:spPr>
          <a:xfrm>
            <a:off x="1208641" y="3491899"/>
            <a:ext cx="15960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Regular users</a:t>
            </a:r>
            <a:endParaRPr dirty="0"/>
          </a:p>
        </p:txBody>
      </p:sp>
      <p:sp>
        <p:nvSpPr>
          <p:cNvPr id="1521" name="Google Shape;1521;p76"/>
          <p:cNvSpPr txBox="1">
            <a:spLocks noGrp="1"/>
          </p:cNvSpPr>
          <p:nvPr>
            <p:ph type="subTitle" idx="1"/>
          </p:nvPr>
        </p:nvSpPr>
        <p:spPr>
          <a:xfrm>
            <a:off x="701374" y="3789099"/>
            <a:ext cx="2392929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>
                <a:solidFill>
                  <a:srgbClr val="E8E6FF"/>
                </a:solidFill>
              </a:rPr>
              <a:t>Students, traders, professionals who want simple network quality checks and notifications.</a:t>
            </a:r>
            <a:endParaRPr lang="en-US" dirty="0"/>
          </a:p>
        </p:txBody>
      </p:sp>
      <p:sp>
        <p:nvSpPr>
          <p:cNvPr id="1522" name="Google Shape;1522;p76"/>
          <p:cNvSpPr txBox="1">
            <a:spLocks noGrp="1"/>
          </p:cNvSpPr>
          <p:nvPr>
            <p:ph type="title" idx="3"/>
          </p:nvPr>
        </p:nvSpPr>
        <p:spPr>
          <a:xfrm>
            <a:off x="3755402" y="3576499"/>
            <a:ext cx="15960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rgbClr val="4CE0CC"/>
                </a:solidFill>
              </a:rPr>
              <a:t>Technical Users</a:t>
            </a:r>
            <a:br>
              <a:rPr lang="en-US" dirty="0"/>
            </a:br>
            <a:endParaRPr lang="en-GB" dirty="0"/>
          </a:p>
        </p:txBody>
      </p:sp>
      <p:sp>
        <p:nvSpPr>
          <p:cNvPr id="1523" name="Google Shape;1523;p76"/>
          <p:cNvSpPr txBox="1">
            <a:spLocks noGrp="1"/>
          </p:cNvSpPr>
          <p:nvPr>
            <p:ph type="subTitle" idx="4"/>
          </p:nvPr>
        </p:nvSpPr>
        <p:spPr>
          <a:xfrm>
            <a:off x="3465724" y="3789099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>
                <a:solidFill>
                  <a:srgbClr val="E8E6FF"/>
                </a:solidFill>
              </a:rPr>
              <a:t>Networking students &amp; engineers who need signal strength, latency, and generation data.</a:t>
            </a:r>
            <a:endParaRPr lang="en-US" dirty="0"/>
          </a:p>
        </p:txBody>
      </p:sp>
      <p:sp>
        <p:nvSpPr>
          <p:cNvPr id="1524" name="Google Shape;1524;p76"/>
          <p:cNvSpPr txBox="1">
            <a:spLocks noGrp="1"/>
          </p:cNvSpPr>
          <p:nvPr>
            <p:ph type="title" idx="5"/>
          </p:nvPr>
        </p:nvSpPr>
        <p:spPr>
          <a:xfrm>
            <a:off x="6302107" y="3576499"/>
            <a:ext cx="15960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solidFill>
                  <a:srgbClr val="FFD86E"/>
                </a:solidFill>
              </a:rPr>
              <a:t>Researchers &amp; ART</a:t>
            </a:r>
            <a:br>
              <a:rPr lang="en-US" dirty="0"/>
            </a:br>
            <a:endParaRPr dirty="0"/>
          </a:p>
        </p:txBody>
      </p:sp>
      <p:sp>
        <p:nvSpPr>
          <p:cNvPr id="1525" name="Google Shape;1525;p76"/>
          <p:cNvSpPr txBox="1">
            <a:spLocks noGrp="1"/>
          </p:cNvSpPr>
          <p:nvPr>
            <p:ph type="subTitle" idx="6"/>
          </p:nvPr>
        </p:nvSpPr>
        <p:spPr>
          <a:xfrm>
            <a:off x="6012452" y="3789099"/>
            <a:ext cx="2392922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>
                <a:solidFill>
                  <a:srgbClr val="E8E6FF"/>
                </a:solidFill>
              </a:rPr>
              <a:t>Regulators &amp; researchers analyzing crowdsourced coverage data while respecting user privacy.</a:t>
            </a:r>
            <a:endParaRPr lang="en-US" dirty="0"/>
          </a:p>
        </p:txBody>
      </p:sp>
      <p:sp>
        <p:nvSpPr>
          <p:cNvPr id="1526" name="Google Shape;1526;p76"/>
          <p:cNvSpPr/>
          <p:nvPr/>
        </p:nvSpPr>
        <p:spPr>
          <a:xfrm>
            <a:off x="1606003" y="2163674"/>
            <a:ext cx="801300" cy="8013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7" name="Google Shape;1527;p76"/>
          <p:cNvSpPr/>
          <p:nvPr/>
        </p:nvSpPr>
        <p:spPr>
          <a:xfrm>
            <a:off x="4152724" y="2163674"/>
            <a:ext cx="801300" cy="8013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8" name="Google Shape;1528;p76"/>
          <p:cNvSpPr/>
          <p:nvPr/>
        </p:nvSpPr>
        <p:spPr>
          <a:xfrm>
            <a:off x="6699452" y="2163674"/>
            <a:ext cx="801300" cy="8013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9" name="Google Shape;1529;p76"/>
          <p:cNvSpPr/>
          <p:nvPr/>
        </p:nvSpPr>
        <p:spPr>
          <a:xfrm>
            <a:off x="1030453" y="3224437"/>
            <a:ext cx="374100" cy="93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76"/>
          <p:cNvSpPr/>
          <p:nvPr/>
        </p:nvSpPr>
        <p:spPr>
          <a:xfrm>
            <a:off x="3577178" y="3224437"/>
            <a:ext cx="374100" cy="93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p76"/>
          <p:cNvSpPr/>
          <p:nvPr/>
        </p:nvSpPr>
        <p:spPr>
          <a:xfrm>
            <a:off x="6123903" y="3224437"/>
            <a:ext cx="374100" cy="93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2" name="Google Shape;1532;p76"/>
          <p:cNvGrpSpPr/>
          <p:nvPr/>
        </p:nvGrpSpPr>
        <p:grpSpPr>
          <a:xfrm>
            <a:off x="4344637" y="2353331"/>
            <a:ext cx="417492" cy="473800"/>
            <a:chOff x="2423775" y="3226875"/>
            <a:chExt cx="259925" cy="295000"/>
          </a:xfrm>
        </p:grpSpPr>
        <p:sp>
          <p:nvSpPr>
            <p:cNvPr id="1533" name="Google Shape;1533;p76"/>
            <p:cNvSpPr/>
            <p:nvPr/>
          </p:nvSpPr>
          <p:spPr>
            <a:xfrm>
              <a:off x="2509625" y="3365900"/>
              <a:ext cx="86650" cy="52000"/>
            </a:xfrm>
            <a:custGeom>
              <a:avLst/>
              <a:gdLst/>
              <a:ahLst/>
              <a:cxnLst/>
              <a:rect l="l" t="t" r="r" b="b"/>
              <a:pathLst>
                <a:path w="3466" h="2080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76"/>
            <p:cNvSpPr/>
            <p:nvPr/>
          </p:nvSpPr>
          <p:spPr>
            <a:xfrm>
              <a:off x="2534825" y="33139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316" y="0"/>
                    <a:pt x="0" y="315"/>
                    <a:pt x="0" y="725"/>
                  </a:cubicBezTo>
                  <a:cubicBezTo>
                    <a:pt x="0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76"/>
            <p:cNvSpPr/>
            <p:nvPr/>
          </p:nvSpPr>
          <p:spPr>
            <a:xfrm>
              <a:off x="2423775" y="3226875"/>
              <a:ext cx="259925" cy="295000"/>
            </a:xfrm>
            <a:custGeom>
              <a:avLst/>
              <a:gdLst/>
              <a:ahLst/>
              <a:cxnLst/>
              <a:rect l="l" t="t" r="r" b="b"/>
              <a:pathLst>
                <a:path w="10397" h="11800" extrusionOk="0">
                  <a:moveTo>
                    <a:pt x="5167" y="2757"/>
                  </a:moveTo>
                  <a:cubicBezTo>
                    <a:pt x="5923" y="2757"/>
                    <a:pt x="6553" y="3388"/>
                    <a:pt x="6553" y="4144"/>
                  </a:cubicBezTo>
                  <a:cubicBezTo>
                    <a:pt x="6553" y="4490"/>
                    <a:pt x="6396" y="4805"/>
                    <a:pt x="6175" y="5089"/>
                  </a:cubicBezTo>
                  <a:cubicBezTo>
                    <a:pt x="7026" y="5498"/>
                    <a:pt x="7593" y="6317"/>
                    <a:pt x="7593" y="7294"/>
                  </a:cubicBezTo>
                  <a:lnTo>
                    <a:pt x="7593" y="8019"/>
                  </a:lnTo>
                  <a:cubicBezTo>
                    <a:pt x="7593" y="8208"/>
                    <a:pt x="7435" y="8365"/>
                    <a:pt x="7246" y="8365"/>
                  </a:cubicBezTo>
                  <a:lnTo>
                    <a:pt x="3088" y="8365"/>
                  </a:lnTo>
                  <a:cubicBezTo>
                    <a:pt x="2867" y="8365"/>
                    <a:pt x="2710" y="8208"/>
                    <a:pt x="2710" y="8019"/>
                  </a:cubicBezTo>
                  <a:lnTo>
                    <a:pt x="2710" y="7294"/>
                  </a:lnTo>
                  <a:cubicBezTo>
                    <a:pt x="2710" y="6317"/>
                    <a:pt x="3308" y="5498"/>
                    <a:pt x="4127" y="5089"/>
                  </a:cubicBezTo>
                  <a:cubicBezTo>
                    <a:pt x="3907" y="4868"/>
                    <a:pt x="3781" y="4553"/>
                    <a:pt x="3781" y="4144"/>
                  </a:cubicBezTo>
                  <a:cubicBezTo>
                    <a:pt x="3781" y="3388"/>
                    <a:pt x="4411" y="2757"/>
                    <a:pt x="5167" y="2757"/>
                  </a:cubicBezTo>
                  <a:close/>
                  <a:moveTo>
                    <a:pt x="5183" y="1"/>
                  </a:moveTo>
                  <a:cubicBezTo>
                    <a:pt x="5128" y="1"/>
                    <a:pt x="5073" y="17"/>
                    <a:pt x="5010" y="48"/>
                  </a:cubicBezTo>
                  <a:cubicBezTo>
                    <a:pt x="3964" y="646"/>
                    <a:pt x="2946" y="940"/>
                    <a:pt x="1919" y="940"/>
                  </a:cubicBezTo>
                  <a:cubicBezTo>
                    <a:pt x="1430" y="940"/>
                    <a:pt x="939" y="873"/>
                    <a:pt x="441" y="741"/>
                  </a:cubicBezTo>
                  <a:cubicBezTo>
                    <a:pt x="402" y="722"/>
                    <a:pt x="363" y="714"/>
                    <a:pt x="326" y="714"/>
                  </a:cubicBezTo>
                  <a:cubicBezTo>
                    <a:pt x="243" y="714"/>
                    <a:pt x="170" y="751"/>
                    <a:pt x="126" y="773"/>
                  </a:cubicBezTo>
                  <a:cubicBezTo>
                    <a:pt x="32" y="836"/>
                    <a:pt x="0" y="930"/>
                    <a:pt x="0" y="1056"/>
                  </a:cubicBezTo>
                  <a:lnTo>
                    <a:pt x="0" y="5026"/>
                  </a:lnTo>
                  <a:cubicBezTo>
                    <a:pt x="0" y="8145"/>
                    <a:pt x="2080" y="10949"/>
                    <a:pt x="5104" y="11799"/>
                  </a:cubicBezTo>
                  <a:lnTo>
                    <a:pt x="5262" y="11799"/>
                  </a:lnTo>
                  <a:cubicBezTo>
                    <a:pt x="8255" y="10917"/>
                    <a:pt x="10397" y="8145"/>
                    <a:pt x="10397" y="5026"/>
                  </a:cubicBezTo>
                  <a:lnTo>
                    <a:pt x="10397" y="1056"/>
                  </a:lnTo>
                  <a:cubicBezTo>
                    <a:pt x="10397" y="930"/>
                    <a:pt x="10365" y="836"/>
                    <a:pt x="10271" y="773"/>
                  </a:cubicBezTo>
                  <a:cubicBezTo>
                    <a:pt x="10162" y="751"/>
                    <a:pt x="10084" y="714"/>
                    <a:pt x="10014" y="714"/>
                  </a:cubicBezTo>
                  <a:cubicBezTo>
                    <a:pt x="9983" y="714"/>
                    <a:pt x="9954" y="722"/>
                    <a:pt x="9924" y="741"/>
                  </a:cubicBezTo>
                  <a:cubicBezTo>
                    <a:pt x="9414" y="877"/>
                    <a:pt x="8910" y="946"/>
                    <a:pt x="8409" y="946"/>
                  </a:cubicBezTo>
                  <a:cubicBezTo>
                    <a:pt x="7395" y="946"/>
                    <a:pt x="6389" y="660"/>
                    <a:pt x="5356" y="48"/>
                  </a:cubicBezTo>
                  <a:cubicBezTo>
                    <a:pt x="5293" y="17"/>
                    <a:pt x="5238" y="1"/>
                    <a:pt x="518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6" name="Google Shape;1536;p76"/>
          <p:cNvGrpSpPr/>
          <p:nvPr/>
        </p:nvGrpSpPr>
        <p:grpSpPr>
          <a:xfrm>
            <a:off x="1765991" y="2342042"/>
            <a:ext cx="471637" cy="473794"/>
            <a:chOff x="-49764975" y="3551225"/>
            <a:chExt cx="299300" cy="300650"/>
          </a:xfrm>
        </p:grpSpPr>
        <p:sp>
          <p:nvSpPr>
            <p:cNvPr id="1537" name="Google Shape;1537;p76"/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76"/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76"/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76"/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76"/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76"/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76"/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76"/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76"/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8" name="Google Shape;1548;p76"/>
          <p:cNvGrpSpPr/>
          <p:nvPr/>
        </p:nvGrpSpPr>
        <p:grpSpPr>
          <a:xfrm>
            <a:off x="6863557" y="2327287"/>
            <a:ext cx="474091" cy="473785"/>
            <a:chOff x="-61351725" y="3372400"/>
            <a:chExt cx="310350" cy="310150"/>
          </a:xfrm>
        </p:grpSpPr>
        <p:sp>
          <p:nvSpPr>
            <p:cNvPr id="1549" name="Google Shape;1549;p76"/>
            <p:cNvSpPr/>
            <p:nvPr/>
          </p:nvSpPr>
          <p:spPr>
            <a:xfrm>
              <a:off x="-61165043" y="3558868"/>
              <a:ext cx="19686" cy="19686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76"/>
            <p:cNvSpPr/>
            <p:nvPr/>
          </p:nvSpPr>
          <p:spPr>
            <a:xfrm>
              <a:off x="-61247750" y="34761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76"/>
            <p:cNvSpPr/>
            <p:nvPr/>
          </p:nvSpPr>
          <p:spPr>
            <a:xfrm>
              <a:off x="-61351725" y="3372400"/>
              <a:ext cx="310350" cy="310150"/>
            </a:xfrm>
            <a:custGeom>
              <a:avLst/>
              <a:gdLst/>
              <a:ahLst/>
              <a:cxnLst/>
              <a:rect l="l" t="t" r="r" b="b"/>
              <a:pathLst>
                <a:path w="12414" h="12406" extrusionOk="0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2" name="Google Shape;1552;p76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3" name="Google Shape;1553;p76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76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5" name="Google Shape;1555;p76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hape 11">
            <a:extLst>
              <a:ext uri="{FF2B5EF4-FFF2-40B4-BE49-F238E27FC236}">
                <a16:creationId xmlns:a16="http://schemas.microsoft.com/office/drawing/2014/main" id="{A089ED8B-1EC2-1D4C-9EFC-5659718CE5B9}"/>
              </a:ext>
            </a:extLst>
          </p:cNvPr>
          <p:cNvSpPr/>
          <p:nvPr/>
        </p:nvSpPr>
        <p:spPr>
          <a:xfrm>
            <a:off x="340635" y="1035485"/>
            <a:ext cx="8321040" cy="777240"/>
          </a:xfrm>
          <a:prstGeom prst="roundRect">
            <a:avLst>
              <a:gd name="adj" fmla="val 17647"/>
            </a:avLst>
          </a:prstGeom>
          <a:solidFill>
            <a:srgbClr val="3D3A9E">
              <a:alpha val="62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D47F49C3-8E44-2D7B-4A22-88C1A3E9D781}"/>
              </a:ext>
            </a:extLst>
          </p:cNvPr>
          <p:cNvSpPr/>
          <p:nvPr/>
        </p:nvSpPr>
        <p:spPr>
          <a:xfrm>
            <a:off x="425803" y="1118524"/>
            <a:ext cx="83210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Spee</a:t>
            </a:r>
            <a:r>
              <a:rPr lang="en-US" sz="2800" b="1" dirty="0">
                <a:solidFill>
                  <a:srgbClr val="FF7B6B"/>
                </a:solidFill>
              </a:rPr>
              <a:t>D</a:t>
            </a:r>
            <a:r>
              <a:rPr lang="en-US" sz="2800" b="1" dirty="0">
                <a:solidFill>
                  <a:srgbClr val="4CE0CC"/>
                </a:solidFill>
              </a:rPr>
              <a:t>T</a:t>
            </a:r>
            <a:r>
              <a:rPr lang="en-US" sz="1600" dirty="0">
                <a:solidFill>
                  <a:srgbClr val="E8E6FF"/>
                </a:solidFill>
              </a:rPr>
              <a:t>  =  Speed + Data + Telecom</a:t>
            </a:r>
            <a:r>
              <a:rPr lang="en-US" sz="1300" dirty="0">
                <a:solidFill>
                  <a:srgbClr val="B0ABDB"/>
                </a:solidFill>
              </a:rPr>
              <a:t>   ·   Privacy-first · Cross-platform · Cameroon-focused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8">
          <a:extLst>
            <a:ext uri="{FF2B5EF4-FFF2-40B4-BE49-F238E27FC236}">
              <a16:creationId xmlns:a16="http://schemas.microsoft.com/office/drawing/2014/main" id="{F1BA408D-F65A-901D-F5A4-09102F6F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>
            <a:extLst>
              <a:ext uri="{FF2B5EF4-FFF2-40B4-BE49-F238E27FC236}">
                <a16:creationId xmlns:a16="http://schemas.microsoft.com/office/drawing/2014/main" id="{E656558E-AC59-4E38-74D4-6E4966215455}"/>
              </a:ext>
            </a:extLst>
          </p:cNvPr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Clr>
                <a:schemeClr val="lt1"/>
              </a:buClr>
              <a:buSzPts val="3500"/>
            </a:pPr>
            <a:r>
              <a:rPr lang="en-US" sz="3000" b="1" dirty="0">
                <a:solidFill>
                  <a:schemeClr val="lt1"/>
                </a:solidFill>
                <a:latin typeface="Montserrat"/>
                <a:sym typeface="Montserrat"/>
              </a:rPr>
              <a:t>Designed for Every User 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4689815-80C1-6B57-7073-A1A46A76F455}"/>
              </a:ext>
            </a:extLst>
          </p:cNvPr>
          <p:cNvSpPr/>
          <p:nvPr/>
        </p:nvSpPr>
        <p:spPr>
          <a:xfrm>
            <a:off x="5169408" y="1344168"/>
            <a:ext cx="3169920" cy="3316224"/>
          </a:xfrm>
          <a:prstGeom prst="ellipse">
            <a:avLst/>
          </a:prstGeom>
          <a:blipFill dpi="0" rotWithShape="1">
            <a:blip r:embed="rId3"/>
            <a:srcRect/>
            <a:stretch>
              <a:fillRect l="-1000" t="-5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42B393-CD3B-FFB4-9B79-EF77A6E43FBC}"/>
              </a:ext>
            </a:extLst>
          </p:cNvPr>
          <p:cNvSpPr txBox="1"/>
          <p:nvPr/>
        </p:nvSpPr>
        <p:spPr>
          <a:xfrm>
            <a:off x="597408" y="1524000"/>
            <a:ext cx="4506220" cy="3470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GB" sz="1600" b="1" u="none" strike="noStrike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Design for Visibility</a:t>
            </a:r>
          </a:p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GB" sz="1600" b="0" u="none" strike="noStrike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design system employs a clean, high-contrast aesthetic using pure black text on crisp white surfaces. This ensures maximum readability in bright outdoor environments common in the Cameroonian context.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GB" sz="1600" b="1" u="none" strike="noStrike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Typography:</a:t>
            </a:r>
            <a:r>
              <a:rPr lang="en-GB" sz="1600" b="0" u="none" strike="noStrike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System Sans-Serif (Inter/Roboto) ensures native device rendering speeds and modern clean aesthetics.</a:t>
            </a:r>
          </a:p>
          <a:p>
            <a:pPr>
              <a:buNone/>
            </a:pPr>
            <a:br>
              <a:rPr lang="en-GB" dirty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endParaRPr lang="en-GB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173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8">
          <a:extLst>
            <a:ext uri="{FF2B5EF4-FFF2-40B4-BE49-F238E27FC236}">
              <a16:creationId xmlns:a16="http://schemas.microsoft.com/office/drawing/2014/main" id="{030CF18E-96F9-D403-EF5D-27EB0777D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4" name="Google Shape;2954;p101">
            <a:extLst>
              <a:ext uri="{FF2B5EF4-FFF2-40B4-BE49-F238E27FC236}">
                <a16:creationId xmlns:a16="http://schemas.microsoft.com/office/drawing/2014/main" id="{FBA8EA8A-B7AF-6F7D-5102-F77182E07B42}"/>
              </a:ext>
            </a:extLst>
          </p:cNvPr>
          <p:cNvGrpSpPr/>
          <p:nvPr/>
        </p:nvGrpSpPr>
        <p:grpSpPr>
          <a:xfrm>
            <a:off x="3258905" y="4649122"/>
            <a:ext cx="825589" cy="93999"/>
            <a:chOff x="5718423" y="809024"/>
            <a:chExt cx="830071" cy="94500"/>
          </a:xfrm>
        </p:grpSpPr>
        <p:sp>
          <p:nvSpPr>
            <p:cNvPr id="2955" name="Google Shape;2955;p101">
              <a:extLst>
                <a:ext uri="{FF2B5EF4-FFF2-40B4-BE49-F238E27FC236}">
                  <a16:creationId xmlns:a16="http://schemas.microsoft.com/office/drawing/2014/main" id="{B1DB3BFA-4255-F7D4-0CAD-2D7379DBCE80}"/>
                </a:ext>
              </a:extLst>
            </p:cNvPr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101">
              <a:extLst>
                <a:ext uri="{FF2B5EF4-FFF2-40B4-BE49-F238E27FC236}">
                  <a16:creationId xmlns:a16="http://schemas.microsoft.com/office/drawing/2014/main" id="{CDAAB644-C4A5-ACCB-49E0-7E48D3F00696}"/>
                </a:ext>
              </a:extLst>
            </p:cNvPr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101">
              <a:extLst>
                <a:ext uri="{FF2B5EF4-FFF2-40B4-BE49-F238E27FC236}">
                  <a16:creationId xmlns:a16="http://schemas.microsoft.com/office/drawing/2014/main" id="{4D635637-F76D-3DE3-1615-D81EB0FC4FEE}"/>
                </a:ext>
              </a:extLst>
            </p:cNvPr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101">
              <a:extLst>
                <a:ext uri="{FF2B5EF4-FFF2-40B4-BE49-F238E27FC236}">
                  <a16:creationId xmlns:a16="http://schemas.microsoft.com/office/drawing/2014/main" id="{101B98EE-A0F9-3E3E-FEE8-650794626741}"/>
                </a:ext>
              </a:extLst>
            </p:cNvPr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59" name="Google Shape;2959;p101">
            <a:extLst>
              <a:ext uri="{FF2B5EF4-FFF2-40B4-BE49-F238E27FC236}">
                <a16:creationId xmlns:a16="http://schemas.microsoft.com/office/drawing/2014/main" id="{D8E8AD24-D6A1-4DA8-9E1D-9357A9EED36B}"/>
              </a:ext>
            </a:extLst>
          </p:cNvPr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0" name="Google Shape;2960;p101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48BECA2-EE06-7EBC-A920-8442C5A68487}"/>
              </a:ext>
            </a:extLst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1" name="Google Shape;2961;p10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BFAE08F-4958-6AC8-E6F6-EAE4A4A9749D}"/>
              </a:ext>
            </a:extLst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2" name="Google Shape;2962;p101">
            <a:hlinkClick r:id="rId3" action="ppaction://hlinksldjump"/>
            <a:extLst>
              <a:ext uri="{FF2B5EF4-FFF2-40B4-BE49-F238E27FC236}">
                <a16:creationId xmlns:a16="http://schemas.microsoft.com/office/drawing/2014/main" id="{E30EB9B4-C746-4706-5196-8D1678BCAA2B}"/>
              </a:ext>
            </a:extLst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0D15FC4-839E-E224-9BFB-755151201870}"/>
              </a:ext>
            </a:extLst>
          </p:cNvPr>
          <p:cNvSpPr/>
          <p:nvPr/>
        </p:nvSpPr>
        <p:spPr>
          <a:xfrm>
            <a:off x="457200" y="640080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4CE0CC"/>
          </a:solidFill>
          <a:ln w="12700">
            <a:solidFill>
              <a:srgbClr val="4CE0CC"/>
            </a:solidFill>
            <a:prstDash val="solid"/>
          </a:ln>
        </p:spPr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EFB11D2-4278-9FC2-3D98-9F78934F8B3A}"/>
              </a:ext>
            </a:extLst>
          </p:cNvPr>
          <p:cNvSpPr/>
          <p:nvPr/>
        </p:nvSpPr>
        <p:spPr>
          <a:xfrm>
            <a:off x="457200" y="6400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760"/>
                </a:solidFill>
              </a:rPr>
              <a:t>03.</a:t>
            </a:r>
            <a:endParaRPr lang="en-US" sz="10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487B0F26-F033-657E-1142-FC7CA0A88AD6}"/>
              </a:ext>
            </a:extLst>
          </p:cNvPr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Clr>
                <a:schemeClr val="lt1"/>
              </a:buClr>
              <a:buSzPts val="3500"/>
            </a:pPr>
            <a:r>
              <a:rPr lang="en-US" sz="3000" b="1" dirty="0">
                <a:solidFill>
                  <a:schemeClr val="lt1"/>
                </a:solidFill>
                <a:latin typeface="Montserrat"/>
                <a:sym typeface="Montserrat"/>
              </a:rPr>
              <a:t>Visual Design - Figma</a:t>
            </a: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9F36530E-116E-5C2D-BB0F-CC3EB8A942ED}"/>
              </a:ext>
            </a:extLst>
          </p:cNvPr>
          <p:cNvSpPr/>
          <p:nvPr/>
        </p:nvSpPr>
        <p:spPr>
          <a:xfrm>
            <a:off x="457200" y="1444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CE0CC"/>
                </a:solidFill>
              </a:rPr>
              <a:t>COLOUR PALETTE &amp; DESIGN SYSTEM</a:t>
            </a:r>
            <a:endParaRPr lang="en-US" sz="10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9E4691DB-04D5-1B8B-F348-EF8980970F4E}"/>
              </a:ext>
            </a:extLst>
          </p:cNvPr>
          <p:cNvSpPr/>
          <p:nvPr/>
        </p:nvSpPr>
        <p:spPr>
          <a:xfrm>
            <a:off x="411480" y="1737360"/>
            <a:ext cx="1508760" cy="566928"/>
          </a:xfrm>
          <a:prstGeom prst="roundRect">
            <a:avLst>
              <a:gd name="adj" fmla="val 16129"/>
            </a:avLst>
          </a:prstGeom>
          <a:solidFill>
            <a:srgbClr val="1A2E4A"/>
          </a:solidFill>
          <a:ln w="12700">
            <a:solidFill>
              <a:srgbClr val="4B47B8"/>
            </a:solidFill>
            <a:prstDash val="solid"/>
          </a:ln>
        </p:spPr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D049C042-1CE9-3D4A-6E77-AFBA96CD73A5}"/>
              </a:ext>
            </a:extLst>
          </p:cNvPr>
          <p:cNvSpPr/>
          <p:nvPr/>
        </p:nvSpPr>
        <p:spPr>
          <a:xfrm>
            <a:off x="411480" y="231343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#1A2E4A</a:t>
            </a:r>
            <a:endParaRPr lang="en-US" sz="900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702D03EB-6CFE-CDD0-A295-C9A6004A99EB}"/>
              </a:ext>
            </a:extLst>
          </p:cNvPr>
          <p:cNvSpPr/>
          <p:nvPr/>
        </p:nvSpPr>
        <p:spPr>
          <a:xfrm>
            <a:off x="411480" y="253288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6FF"/>
                </a:solidFill>
              </a:rPr>
              <a:t>Brand Navy</a:t>
            </a:r>
            <a:endParaRPr lang="en-US" sz="900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8F3416FC-B605-7203-E8A7-AA8FCAE5177A}"/>
              </a:ext>
            </a:extLst>
          </p:cNvPr>
          <p:cNvSpPr/>
          <p:nvPr/>
        </p:nvSpPr>
        <p:spPr>
          <a:xfrm>
            <a:off x="2103120" y="1737360"/>
            <a:ext cx="1508760" cy="566928"/>
          </a:xfrm>
          <a:prstGeom prst="roundRect">
            <a:avLst>
              <a:gd name="adj" fmla="val 16129"/>
            </a:avLst>
          </a:prstGeom>
          <a:solidFill>
            <a:srgbClr val="2E5B9E"/>
          </a:solidFill>
          <a:ln w="12700">
            <a:solidFill>
              <a:srgbClr val="4B47B8"/>
            </a:solidFill>
            <a:prstDash val="solid"/>
          </a:ln>
        </p:spPr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E0787E2E-0F01-AB9A-247F-EA3F3C6F4F4D}"/>
              </a:ext>
            </a:extLst>
          </p:cNvPr>
          <p:cNvSpPr/>
          <p:nvPr/>
        </p:nvSpPr>
        <p:spPr>
          <a:xfrm>
            <a:off x="2103120" y="231343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#2E5B9E</a:t>
            </a:r>
            <a:endParaRPr lang="en-US" sz="9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2018D200-EC71-859F-AB33-85E776C4BA01}"/>
              </a:ext>
            </a:extLst>
          </p:cNvPr>
          <p:cNvSpPr/>
          <p:nvPr/>
        </p:nvSpPr>
        <p:spPr>
          <a:xfrm>
            <a:off x="2103120" y="253288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6FF"/>
                </a:solidFill>
              </a:rPr>
              <a:t>Brand Blue</a:t>
            </a:r>
            <a:endParaRPr lang="en-US" sz="90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350CEF79-9DAA-34CC-EB06-0862A411A52E}"/>
              </a:ext>
            </a:extLst>
          </p:cNvPr>
          <p:cNvSpPr/>
          <p:nvPr/>
        </p:nvSpPr>
        <p:spPr>
          <a:xfrm>
            <a:off x="3794760" y="1737360"/>
            <a:ext cx="1508760" cy="566928"/>
          </a:xfrm>
          <a:prstGeom prst="roundRect">
            <a:avLst>
              <a:gd name="adj" fmla="val 16129"/>
            </a:avLst>
          </a:prstGeom>
          <a:solidFill>
            <a:srgbClr val="3CB4A0"/>
          </a:solidFill>
          <a:ln w="12700">
            <a:solidFill>
              <a:srgbClr val="4B47B8"/>
            </a:solidFill>
            <a:prstDash val="solid"/>
          </a:ln>
        </p:spPr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80EAC9B1-1FE3-DCAA-9392-EF3BDAA8556E}"/>
              </a:ext>
            </a:extLst>
          </p:cNvPr>
          <p:cNvSpPr/>
          <p:nvPr/>
        </p:nvSpPr>
        <p:spPr>
          <a:xfrm>
            <a:off x="3794760" y="231343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#3CB4A0</a:t>
            </a:r>
            <a:endParaRPr lang="en-US" sz="90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47FD0325-FA39-DB5B-1284-0B455A762D57}"/>
              </a:ext>
            </a:extLst>
          </p:cNvPr>
          <p:cNvSpPr/>
          <p:nvPr/>
        </p:nvSpPr>
        <p:spPr>
          <a:xfrm>
            <a:off x="3794760" y="253288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6FF"/>
                </a:solidFill>
              </a:rPr>
              <a:t>Brand Teal</a:t>
            </a:r>
            <a:endParaRPr lang="en-US" sz="9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2A51E988-B80B-B6DF-3937-6CB406A2ADC1}"/>
              </a:ext>
            </a:extLst>
          </p:cNvPr>
          <p:cNvSpPr/>
          <p:nvPr/>
        </p:nvSpPr>
        <p:spPr>
          <a:xfrm>
            <a:off x="5486400" y="1737360"/>
            <a:ext cx="1508760" cy="566928"/>
          </a:xfrm>
          <a:prstGeom prst="roundRect">
            <a:avLst>
              <a:gd name="adj" fmla="val 16129"/>
            </a:avLst>
          </a:prstGeom>
          <a:solidFill>
            <a:srgbClr val="DCE8F4"/>
          </a:solidFill>
          <a:ln w="12700">
            <a:solidFill>
              <a:srgbClr val="4B47B8"/>
            </a:solidFill>
            <a:prstDash val="solid"/>
          </a:ln>
        </p:spPr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73905636-7F21-CFE4-593B-67A8DC9054F0}"/>
              </a:ext>
            </a:extLst>
          </p:cNvPr>
          <p:cNvSpPr/>
          <p:nvPr/>
        </p:nvSpPr>
        <p:spPr>
          <a:xfrm>
            <a:off x="5486400" y="231343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#DCE8F4</a:t>
            </a:r>
            <a:endParaRPr lang="en-US" sz="900" dirty="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00949581-5612-3FB2-959D-F7BC5F86BE72}"/>
              </a:ext>
            </a:extLst>
          </p:cNvPr>
          <p:cNvSpPr/>
          <p:nvPr/>
        </p:nvSpPr>
        <p:spPr>
          <a:xfrm>
            <a:off x="5486400" y="253288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6FF"/>
                </a:solidFill>
              </a:rPr>
              <a:t>Card Surface</a:t>
            </a:r>
            <a:endParaRPr lang="en-US" sz="900" dirty="0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30D53AE9-50B3-61DD-0CB2-2D9C274AD49D}"/>
              </a:ext>
            </a:extLst>
          </p:cNvPr>
          <p:cNvSpPr/>
          <p:nvPr/>
        </p:nvSpPr>
        <p:spPr>
          <a:xfrm>
            <a:off x="7178040" y="1737360"/>
            <a:ext cx="1508760" cy="566928"/>
          </a:xfrm>
          <a:prstGeom prst="roundRect">
            <a:avLst>
              <a:gd name="adj" fmla="val 16129"/>
            </a:avLst>
          </a:prstGeom>
          <a:solidFill>
            <a:srgbClr val="EEF4FB"/>
          </a:solidFill>
          <a:ln w="12700">
            <a:solidFill>
              <a:srgbClr val="4B47B8"/>
            </a:solidFill>
            <a:prstDash val="solid"/>
          </a:ln>
        </p:spPr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850AF639-C009-8F9D-7864-DB8A1ED1C06A}"/>
              </a:ext>
            </a:extLst>
          </p:cNvPr>
          <p:cNvSpPr/>
          <p:nvPr/>
        </p:nvSpPr>
        <p:spPr>
          <a:xfrm>
            <a:off x="7178040" y="231343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#EEF4FB</a:t>
            </a:r>
            <a:endParaRPr lang="en-US" sz="900" dirty="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7188EC9C-8260-ED2E-A6DF-7A8C0E725D30}"/>
              </a:ext>
            </a:extLst>
          </p:cNvPr>
          <p:cNvSpPr/>
          <p:nvPr/>
        </p:nvSpPr>
        <p:spPr>
          <a:xfrm>
            <a:off x="7178040" y="253288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6FF"/>
                </a:solidFill>
              </a:rPr>
              <a:t>Screen BG</a:t>
            </a:r>
            <a:endParaRPr lang="en-US" sz="900" dirty="0"/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57882003-E5F5-766B-7746-36603E128040}"/>
              </a:ext>
            </a:extLst>
          </p:cNvPr>
          <p:cNvSpPr/>
          <p:nvPr/>
        </p:nvSpPr>
        <p:spPr>
          <a:xfrm>
            <a:off x="621962" y="27308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CE0CC"/>
                </a:solidFill>
              </a:rPr>
              <a:t>KEY SCREENS FIGMA WIREFRAMES</a:t>
            </a:r>
            <a:endParaRPr lang="en-US" sz="1000" dirty="0"/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82747A97-47F6-9393-8611-192F2A2B2301}"/>
              </a:ext>
            </a:extLst>
          </p:cNvPr>
          <p:cNvSpPr/>
          <p:nvPr/>
        </p:nvSpPr>
        <p:spPr>
          <a:xfrm>
            <a:off x="347472" y="3090672"/>
            <a:ext cx="1508760" cy="1783080"/>
          </a:xfrm>
          <a:prstGeom prst="roundRect">
            <a:avLst>
              <a:gd name="adj" fmla="val 9091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C7DD8AC7-429B-E112-067F-CADE6ED8958A}"/>
              </a:ext>
            </a:extLst>
          </p:cNvPr>
          <p:cNvSpPr/>
          <p:nvPr/>
        </p:nvSpPr>
        <p:spPr>
          <a:xfrm>
            <a:off x="530352" y="3200400"/>
            <a:ext cx="1143000" cy="1371600"/>
          </a:xfrm>
          <a:prstGeom prst="roundRect">
            <a:avLst>
              <a:gd name="adj" fmla="val 9600"/>
            </a:avLst>
          </a:prstGeom>
          <a:blipFill>
            <a:blip r:embed="rId4">
              <a:alphaModFix amt="88000"/>
            </a:blip>
            <a:stretch>
              <a:fillRect/>
            </a:stretch>
          </a:blipFill>
          <a:ln w="12700">
            <a:solidFill>
              <a:srgbClr val="4CE0CC"/>
            </a:solidFill>
            <a:prstDash val="solid"/>
          </a:ln>
        </p:spPr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8ABC7383-9E2B-C1DD-FE6E-6F3A9E3EBF91}"/>
              </a:ext>
            </a:extLst>
          </p:cNvPr>
          <p:cNvSpPr/>
          <p:nvPr/>
        </p:nvSpPr>
        <p:spPr>
          <a:xfrm>
            <a:off x="987552" y="3264408"/>
            <a:ext cx="228600" cy="64008"/>
          </a:xfrm>
          <a:prstGeom prst="ellipse">
            <a:avLst/>
          </a:prstGeom>
          <a:solidFill>
            <a:srgbClr val="B0ABDB"/>
          </a:solidFill>
          <a:ln w="12700">
            <a:solidFill>
              <a:srgbClr val="B0ABDB"/>
            </a:solidFill>
            <a:prstDash val="solid"/>
          </a:ln>
        </p:spPr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4672520F-222C-7D1F-B4FF-270C84AA2EED}"/>
              </a:ext>
            </a:extLst>
          </p:cNvPr>
          <p:cNvSpPr/>
          <p:nvPr/>
        </p:nvSpPr>
        <p:spPr>
          <a:xfrm>
            <a:off x="530352" y="342900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ABDB"/>
                </a:solidFill>
              </a:rPr>
              <a:t>[ Screenshot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ABDB"/>
                </a:solidFill>
              </a:rPr>
              <a:t>Placeholder ]</a:t>
            </a:r>
            <a:endParaRPr lang="en-US" sz="800" dirty="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57D8F8B5-0936-5B56-677D-0D53DF39A408}"/>
              </a:ext>
            </a:extLst>
          </p:cNvPr>
          <p:cNvSpPr/>
          <p:nvPr/>
        </p:nvSpPr>
        <p:spPr>
          <a:xfrm>
            <a:off x="393192" y="468172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Onboarding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&amp; Welcome</a:t>
            </a:r>
            <a:endParaRPr lang="en-US" sz="90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79D05302-DFA4-6AAE-9629-CC80BB04D0B1}"/>
              </a:ext>
            </a:extLst>
          </p:cNvPr>
          <p:cNvSpPr/>
          <p:nvPr/>
        </p:nvSpPr>
        <p:spPr>
          <a:xfrm>
            <a:off x="2084832" y="3090672"/>
            <a:ext cx="1508760" cy="1783080"/>
          </a:xfrm>
          <a:prstGeom prst="roundRect">
            <a:avLst>
              <a:gd name="adj" fmla="val 9091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06453F10-92BC-25E6-2292-04A5727231E9}"/>
              </a:ext>
            </a:extLst>
          </p:cNvPr>
          <p:cNvSpPr/>
          <p:nvPr/>
        </p:nvSpPr>
        <p:spPr>
          <a:xfrm>
            <a:off x="2267712" y="3200400"/>
            <a:ext cx="1143000" cy="1371600"/>
          </a:xfrm>
          <a:prstGeom prst="roundRect">
            <a:avLst>
              <a:gd name="adj" fmla="val 9600"/>
            </a:avLst>
          </a:prstGeom>
          <a:blipFill>
            <a:blip r:embed="rId5">
              <a:alphaModFix amt="88000"/>
            </a:blip>
            <a:stretch>
              <a:fillRect/>
            </a:stretch>
          </a:blipFill>
          <a:ln w="12700">
            <a:solidFill>
              <a:srgbClr val="4CE0CC"/>
            </a:solidFill>
            <a:prstDash val="solid"/>
          </a:ln>
        </p:spPr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7D82B569-022D-9495-39CA-A60230E7B10A}"/>
              </a:ext>
            </a:extLst>
          </p:cNvPr>
          <p:cNvSpPr/>
          <p:nvPr/>
        </p:nvSpPr>
        <p:spPr>
          <a:xfrm>
            <a:off x="2724912" y="3264408"/>
            <a:ext cx="228600" cy="64008"/>
          </a:xfrm>
          <a:prstGeom prst="ellipse">
            <a:avLst/>
          </a:prstGeom>
          <a:solidFill>
            <a:srgbClr val="B0ABDB"/>
          </a:solidFill>
          <a:ln w="12700">
            <a:solidFill>
              <a:srgbClr val="B0ABDB"/>
            </a:solidFill>
            <a:prstDash val="solid"/>
          </a:ln>
        </p:spPr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C13A5EBF-61EF-E0AB-26F9-1225EFB8BB17}"/>
              </a:ext>
            </a:extLst>
          </p:cNvPr>
          <p:cNvSpPr/>
          <p:nvPr/>
        </p:nvSpPr>
        <p:spPr>
          <a:xfrm>
            <a:off x="2267712" y="342900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ABDB"/>
                </a:solidFill>
              </a:rPr>
              <a:t>[ Screenshot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ABDB"/>
                </a:solidFill>
              </a:rPr>
              <a:t>Placeholder ]</a:t>
            </a:r>
            <a:endParaRPr lang="en-US" sz="800" dirty="0"/>
          </a:p>
        </p:txBody>
      </p:sp>
      <p:sp>
        <p:nvSpPr>
          <p:cNvPr id="37" name="Text 37">
            <a:extLst>
              <a:ext uri="{FF2B5EF4-FFF2-40B4-BE49-F238E27FC236}">
                <a16:creationId xmlns:a16="http://schemas.microsoft.com/office/drawing/2014/main" id="{014CA476-A48C-042B-3A46-5A9AEB4BAF59}"/>
              </a:ext>
            </a:extLst>
          </p:cNvPr>
          <p:cNvSpPr/>
          <p:nvPr/>
        </p:nvSpPr>
        <p:spPr>
          <a:xfrm>
            <a:off x="2130552" y="468172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Consent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Permissions</a:t>
            </a:r>
            <a:endParaRPr lang="en-US" sz="900" dirty="0"/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7B0C7DF4-27D1-7858-BB53-262490CC501F}"/>
              </a:ext>
            </a:extLst>
          </p:cNvPr>
          <p:cNvSpPr/>
          <p:nvPr/>
        </p:nvSpPr>
        <p:spPr>
          <a:xfrm>
            <a:off x="3822192" y="3090672"/>
            <a:ext cx="1508760" cy="1783080"/>
          </a:xfrm>
          <a:prstGeom prst="roundRect">
            <a:avLst>
              <a:gd name="adj" fmla="val 9091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A6487479-6EFC-AD35-2DB7-2D8D0FD2BE9E}"/>
              </a:ext>
            </a:extLst>
          </p:cNvPr>
          <p:cNvSpPr/>
          <p:nvPr/>
        </p:nvSpPr>
        <p:spPr>
          <a:xfrm>
            <a:off x="4005072" y="3200400"/>
            <a:ext cx="1143000" cy="1371600"/>
          </a:xfrm>
          <a:prstGeom prst="roundRect">
            <a:avLst>
              <a:gd name="adj" fmla="val 9600"/>
            </a:avLst>
          </a:prstGeom>
          <a:blipFill>
            <a:blip r:embed="rId6">
              <a:alphaModFix amt="88000"/>
            </a:blip>
            <a:stretch>
              <a:fillRect/>
            </a:stretch>
          </a:blipFill>
          <a:ln w="12700">
            <a:solidFill>
              <a:srgbClr val="4CE0CC"/>
            </a:solidFill>
            <a:prstDash val="solid"/>
          </a:ln>
        </p:spPr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33672E55-F971-093B-CE22-588C17EF1A51}"/>
              </a:ext>
            </a:extLst>
          </p:cNvPr>
          <p:cNvSpPr/>
          <p:nvPr/>
        </p:nvSpPr>
        <p:spPr>
          <a:xfrm>
            <a:off x="4462272" y="3264408"/>
            <a:ext cx="228600" cy="64008"/>
          </a:xfrm>
          <a:prstGeom prst="ellipse">
            <a:avLst/>
          </a:prstGeom>
          <a:solidFill>
            <a:srgbClr val="B0ABDB"/>
          </a:solidFill>
          <a:ln w="12700">
            <a:solidFill>
              <a:srgbClr val="B0ABDB"/>
            </a:solidFill>
            <a:prstDash val="solid"/>
          </a:ln>
        </p:spPr>
      </p:sp>
      <p:sp>
        <p:nvSpPr>
          <p:cNvPr id="41" name="Text 41">
            <a:extLst>
              <a:ext uri="{FF2B5EF4-FFF2-40B4-BE49-F238E27FC236}">
                <a16:creationId xmlns:a16="http://schemas.microsoft.com/office/drawing/2014/main" id="{60A94299-2EB6-D879-E7A8-F4F1B835B59C}"/>
              </a:ext>
            </a:extLst>
          </p:cNvPr>
          <p:cNvSpPr/>
          <p:nvPr/>
        </p:nvSpPr>
        <p:spPr>
          <a:xfrm>
            <a:off x="4005072" y="342900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ABDB"/>
                </a:solidFill>
              </a:rPr>
              <a:t>[ Screenshot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ABDB"/>
                </a:solidFill>
              </a:rPr>
              <a:t>Placeholder ]</a:t>
            </a:r>
            <a:endParaRPr lang="en-US" sz="800" dirty="0"/>
          </a:p>
        </p:txBody>
      </p:sp>
      <p:sp>
        <p:nvSpPr>
          <p:cNvPr id="42" name="Text 42">
            <a:extLst>
              <a:ext uri="{FF2B5EF4-FFF2-40B4-BE49-F238E27FC236}">
                <a16:creationId xmlns:a16="http://schemas.microsoft.com/office/drawing/2014/main" id="{E820B620-EAD3-5C40-EEF3-B381BA4E8091}"/>
              </a:ext>
            </a:extLst>
          </p:cNvPr>
          <p:cNvSpPr/>
          <p:nvPr/>
        </p:nvSpPr>
        <p:spPr>
          <a:xfrm>
            <a:off x="3867912" y="468172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Home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Dashboard</a:t>
            </a:r>
            <a:endParaRPr lang="en-US" sz="900" dirty="0"/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8D90C4BF-DCAB-BEEE-341E-DED34D830501}"/>
              </a:ext>
            </a:extLst>
          </p:cNvPr>
          <p:cNvSpPr/>
          <p:nvPr/>
        </p:nvSpPr>
        <p:spPr>
          <a:xfrm>
            <a:off x="5559552" y="3090672"/>
            <a:ext cx="1508760" cy="1783080"/>
          </a:xfrm>
          <a:prstGeom prst="roundRect">
            <a:avLst>
              <a:gd name="adj" fmla="val 9091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sp>
      <p:sp>
        <p:nvSpPr>
          <p:cNvPr id="44" name="Shape 44">
            <a:extLst>
              <a:ext uri="{FF2B5EF4-FFF2-40B4-BE49-F238E27FC236}">
                <a16:creationId xmlns:a16="http://schemas.microsoft.com/office/drawing/2014/main" id="{F777AB58-7E47-2480-3E7C-FC5D930713CD}"/>
              </a:ext>
            </a:extLst>
          </p:cNvPr>
          <p:cNvSpPr/>
          <p:nvPr/>
        </p:nvSpPr>
        <p:spPr>
          <a:xfrm>
            <a:off x="5742432" y="3200400"/>
            <a:ext cx="1143000" cy="1371600"/>
          </a:xfrm>
          <a:prstGeom prst="roundRect">
            <a:avLst>
              <a:gd name="adj" fmla="val 9600"/>
            </a:avLst>
          </a:prstGeom>
          <a:blipFill>
            <a:blip r:embed="rId7">
              <a:alphaModFix amt="88000"/>
            </a:blip>
            <a:stretch>
              <a:fillRect/>
            </a:stretch>
          </a:blipFill>
          <a:ln w="12700">
            <a:solidFill>
              <a:srgbClr val="4CE0CC"/>
            </a:solidFill>
            <a:prstDash val="solid"/>
          </a:ln>
        </p:spPr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E5552D25-9F12-7A6D-67B4-6A7C55077644}"/>
              </a:ext>
            </a:extLst>
          </p:cNvPr>
          <p:cNvSpPr/>
          <p:nvPr/>
        </p:nvSpPr>
        <p:spPr>
          <a:xfrm>
            <a:off x="6199632" y="3264408"/>
            <a:ext cx="228600" cy="64008"/>
          </a:xfrm>
          <a:prstGeom prst="ellipse">
            <a:avLst/>
          </a:prstGeom>
          <a:solidFill>
            <a:srgbClr val="B0ABDB"/>
          </a:solidFill>
          <a:ln w="12700">
            <a:solidFill>
              <a:srgbClr val="B0ABDB"/>
            </a:solidFill>
            <a:prstDash val="solid"/>
          </a:ln>
        </p:spPr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E3BA0876-9FC5-70CA-29E9-619C7E41C49F}"/>
              </a:ext>
            </a:extLst>
          </p:cNvPr>
          <p:cNvSpPr/>
          <p:nvPr/>
        </p:nvSpPr>
        <p:spPr>
          <a:xfrm>
            <a:off x="5742432" y="342900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ABDB"/>
                </a:solidFill>
              </a:rPr>
              <a:t>[ Screenshot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ABDB"/>
                </a:solidFill>
              </a:rPr>
              <a:t>Placeholder ]</a:t>
            </a:r>
            <a:endParaRPr lang="en-US" sz="800" dirty="0"/>
          </a:p>
        </p:txBody>
      </p:sp>
      <p:sp>
        <p:nvSpPr>
          <p:cNvPr id="47" name="Text 47">
            <a:extLst>
              <a:ext uri="{FF2B5EF4-FFF2-40B4-BE49-F238E27FC236}">
                <a16:creationId xmlns:a16="http://schemas.microsoft.com/office/drawing/2014/main" id="{F368A737-7770-33EC-F95C-3B13971D79E2}"/>
              </a:ext>
            </a:extLst>
          </p:cNvPr>
          <p:cNvSpPr/>
          <p:nvPr/>
        </p:nvSpPr>
        <p:spPr>
          <a:xfrm>
            <a:off x="5605272" y="468172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History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Trends</a:t>
            </a:r>
            <a:endParaRPr lang="en-US" sz="900" dirty="0"/>
          </a:p>
        </p:txBody>
      </p:sp>
      <p:sp>
        <p:nvSpPr>
          <p:cNvPr id="48" name="Shape 48">
            <a:extLst>
              <a:ext uri="{FF2B5EF4-FFF2-40B4-BE49-F238E27FC236}">
                <a16:creationId xmlns:a16="http://schemas.microsoft.com/office/drawing/2014/main" id="{A142C20A-10A2-9085-DA8B-01CF20957D2D}"/>
              </a:ext>
            </a:extLst>
          </p:cNvPr>
          <p:cNvSpPr/>
          <p:nvPr/>
        </p:nvSpPr>
        <p:spPr>
          <a:xfrm>
            <a:off x="7296912" y="3090672"/>
            <a:ext cx="1508760" cy="1783080"/>
          </a:xfrm>
          <a:prstGeom prst="roundRect">
            <a:avLst>
              <a:gd name="adj" fmla="val 9091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5EA8DF9D-079B-0721-0AA9-ADFB6CAAAE23}"/>
              </a:ext>
            </a:extLst>
          </p:cNvPr>
          <p:cNvSpPr/>
          <p:nvPr/>
        </p:nvSpPr>
        <p:spPr>
          <a:xfrm>
            <a:off x="7479792" y="3200400"/>
            <a:ext cx="1143000" cy="1371600"/>
          </a:xfrm>
          <a:prstGeom prst="roundRect">
            <a:avLst>
              <a:gd name="adj" fmla="val 9600"/>
            </a:avLst>
          </a:prstGeom>
          <a:blipFill>
            <a:blip r:embed="rId8">
              <a:alphaModFix amt="88000"/>
            </a:blip>
            <a:stretch>
              <a:fillRect/>
            </a:stretch>
          </a:blipFill>
          <a:ln w="12700">
            <a:solidFill>
              <a:srgbClr val="4CE0CC"/>
            </a:solidFill>
            <a:prstDash val="solid"/>
          </a:ln>
        </p:spPr>
      </p:sp>
      <p:sp>
        <p:nvSpPr>
          <p:cNvPr id="50" name="Shape 50">
            <a:extLst>
              <a:ext uri="{FF2B5EF4-FFF2-40B4-BE49-F238E27FC236}">
                <a16:creationId xmlns:a16="http://schemas.microsoft.com/office/drawing/2014/main" id="{A98BD57B-DD24-A903-AE86-53C6322B65A7}"/>
              </a:ext>
            </a:extLst>
          </p:cNvPr>
          <p:cNvSpPr/>
          <p:nvPr/>
        </p:nvSpPr>
        <p:spPr>
          <a:xfrm>
            <a:off x="7936992" y="3264408"/>
            <a:ext cx="228600" cy="64008"/>
          </a:xfrm>
          <a:prstGeom prst="ellipse">
            <a:avLst/>
          </a:prstGeom>
          <a:solidFill>
            <a:srgbClr val="B0ABDB"/>
          </a:solidFill>
          <a:ln w="12700">
            <a:solidFill>
              <a:srgbClr val="B0ABDB"/>
            </a:solidFill>
            <a:prstDash val="solid"/>
          </a:ln>
        </p:spPr>
      </p:sp>
      <p:sp>
        <p:nvSpPr>
          <p:cNvPr id="51" name="Text 51">
            <a:extLst>
              <a:ext uri="{FF2B5EF4-FFF2-40B4-BE49-F238E27FC236}">
                <a16:creationId xmlns:a16="http://schemas.microsoft.com/office/drawing/2014/main" id="{0BED3C97-3936-9BDF-008D-AEC23881917E}"/>
              </a:ext>
            </a:extLst>
          </p:cNvPr>
          <p:cNvSpPr/>
          <p:nvPr/>
        </p:nvSpPr>
        <p:spPr>
          <a:xfrm>
            <a:off x="7479792" y="342900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ABDB"/>
                </a:solidFill>
              </a:rPr>
              <a:t>[ Screenshot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0ABDB"/>
                </a:solidFill>
              </a:rPr>
              <a:t>Placeholder ]</a:t>
            </a:r>
            <a:endParaRPr lang="en-US" sz="800" dirty="0"/>
          </a:p>
        </p:txBody>
      </p:sp>
      <p:sp>
        <p:nvSpPr>
          <p:cNvPr id="52" name="Text 52">
            <a:extLst>
              <a:ext uri="{FF2B5EF4-FFF2-40B4-BE49-F238E27FC236}">
                <a16:creationId xmlns:a16="http://schemas.microsoft.com/office/drawing/2014/main" id="{DF1E000C-AA01-4964-2459-B6087AA53843}"/>
              </a:ext>
            </a:extLst>
          </p:cNvPr>
          <p:cNvSpPr/>
          <p:nvPr/>
        </p:nvSpPr>
        <p:spPr>
          <a:xfrm>
            <a:off x="7342632" y="468172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Settings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Privacy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16922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" name="Google Shape;3993;p119"/>
          <p:cNvSpPr/>
          <p:nvPr/>
        </p:nvSpPr>
        <p:spPr>
          <a:xfrm flipH="1">
            <a:off x="4964013" y="2382817"/>
            <a:ext cx="542156" cy="1716985"/>
          </a:xfrm>
          <a:custGeom>
            <a:avLst/>
            <a:gdLst/>
            <a:ahLst/>
            <a:cxnLst/>
            <a:rect l="l" t="t" r="r" b="b"/>
            <a:pathLst>
              <a:path w="28348" h="89777" extrusionOk="0">
                <a:moveTo>
                  <a:pt x="22990" y="0"/>
                </a:moveTo>
                <a:cubicBezTo>
                  <a:pt x="20759" y="0"/>
                  <a:pt x="19253" y="2249"/>
                  <a:pt x="18933" y="4480"/>
                </a:cubicBezTo>
                <a:cubicBezTo>
                  <a:pt x="18764" y="5765"/>
                  <a:pt x="18764" y="7016"/>
                  <a:pt x="18764" y="8215"/>
                </a:cubicBezTo>
                <a:cubicBezTo>
                  <a:pt x="18764" y="10616"/>
                  <a:pt x="18764" y="12881"/>
                  <a:pt x="17445" y="15281"/>
                </a:cubicBezTo>
                <a:cubicBezTo>
                  <a:pt x="16634" y="16769"/>
                  <a:pt x="15535" y="18071"/>
                  <a:pt x="14453" y="19322"/>
                </a:cubicBezTo>
                <a:cubicBezTo>
                  <a:pt x="13693" y="20235"/>
                  <a:pt x="12881" y="21181"/>
                  <a:pt x="12221" y="22178"/>
                </a:cubicBezTo>
                <a:cubicBezTo>
                  <a:pt x="9839" y="25694"/>
                  <a:pt x="9010" y="30005"/>
                  <a:pt x="9805" y="34653"/>
                </a:cubicBezTo>
                <a:cubicBezTo>
                  <a:pt x="10515" y="38795"/>
                  <a:pt x="9433" y="42090"/>
                  <a:pt x="6052" y="46030"/>
                </a:cubicBezTo>
                <a:cubicBezTo>
                  <a:pt x="3077" y="49512"/>
                  <a:pt x="1" y="53096"/>
                  <a:pt x="964" y="58167"/>
                </a:cubicBezTo>
                <a:cubicBezTo>
                  <a:pt x="1302" y="59958"/>
                  <a:pt x="2131" y="61716"/>
                  <a:pt x="2924" y="63441"/>
                </a:cubicBezTo>
                <a:cubicBezTo>
                  <a:pt x="4311" y="66364"/>
                  <a:pt x="5714" y="69391"/>
                  <a:pt x="4885" y="72772"/>
                </a:cubicBezTo>
                <a:cubicBezTo>
                  <a:pt x="4599" y="73921"/>
                  <a:pt x="4040" y="74985"/>
                  <a:pt x="3517" y="75999"/>
                </a:cubicBezTo>
                <a:cubicBezTo>
                  <a:pt x="3246" y="76524"/>
                  <a:pt x="2958" y="77065"/>
                  <a:pt x="2722" y="77606"/>
                </a:cubicBezTo>
                <a:cubicBezTo>
                  <a:pt x="1741" y="79837"/>
                  <a:pt x="1471" y="82186"/>
                  <a:pt x="1978" y="84248"/>
                </a:cubicBezTo>
                <a:cubicBezTo>
                  <a:pt x="2367" y="85905"/>
                  <a:pt x="3314" y="87426"/>
                  <a:pt x="4565" y="88441"/>
                </a:cubicBezTo>
                <a:cubicBezTo>
                  <a:pt x="5020" y="88813"/>
                  <a:pt x="5494" y="89101"/>
                  <a:pt x="6001" y="89320"/>
                </a:cubicBezTo>
                <a:cubicBezTo>
                  <a:pt x="6677" y="89624"/>
                  <a:pt x="7472" y="89777"/>
                  <a:pt x="8401" y="89777"/>
                </a:cubicBezTo>
                <a:cubicBezTo>
                  <a:pt x="10768" y="89777"/>
                  <a:pt x="13727" y="88762"/>
                  <a:pt x="15552" y="87309"/>
                </a:cubicBezTo>
                <a:cubicBezTo>
                  <a:pt x="18527" y="84976"/>
                  <a:pt x="18392" y="81866"/>
                  <a:pt x="18239" y="78569"/>
                </a:cubicBezTo>
                <a:cubicBezTo>
                  <a:pt x="18122" y="75932"/>
                  <a:pt x="18003" y="73227"/>
                  <a:pt x="19456" y="70777"/>
                </a:cubicBezTo>
                <a:cubicBezTo>
                  <a:pt x="20099" y="69661"/>
                  <a:pt x="20910" y="68647"/>
                  <a:pt x="21671" y="67649"/>
                </a:cubicBezTo>
                <a:cubicBezTo>
                  <a:pt x="22972" y="65976"/>
                  <a:pt x="24207" y="64403"/>
                  <a:pt x="24832" y="62426"/>
                </a:cubicBezTo>
                <a:cubicBezTo>
                  <a:pt x="25796" y="59418"/>
                  <a:pt x="24967" y="56172"/>
                  <a:pt x="24122" y="53670"/>
                </a:cubicBezTo>
                <a:cubicBezTo>
                  <a:pt x="23885" y="52994"/>
                  <a:pt x="23632" y="52300"/>
                  <a:pt x="23396" y="51624"/>
                </a:cubicBezTo>
                <a:cubicBezTo>
                  <a:pt x="22600" y="49444"/>
                  <a:pt x="21789" y="47195"/>
                  <a:pt x="21536" y="44846"/>
                </a:cubicBezTo>
                <a:cubicBezTo>
                  <a:pt x="21282" y="42226"/>
                  <a:pt x="21773" y="40096"/>
                  <a:pt x="23057" y="38304"/>
                </a:cubicBezTo>
                <a:cubicBezTo>
                  <a:pt x="23396" y="37831"/>
                  <a:pt x="23767" y="37391"/>
                  <a:pt x="24122" y="36952"/>
                </a:cubicBezTo>
                <a:cubicBezTo>
                  <a:pt x="24680" y="36259"/>
                  <a:pt x="25271" y="35532"/>
                  <a:pt x="25728" y="34754"/>
                </a:cubicBezTo>
                <a:cubicBezTo>
                  <a:pt x="27638" y="31441"/>
                  <a:pt x="26826" y="28078"/>
                  <a:pt x="25947" y="24511"/>
                </a:cubicBezTo>
                <a:cubicBezTo>
                  <a:pt x="25187" y="21434"/>
                  <a:pt x="24410" y="18274"/>
                  <a:pt x="25508" y="15130"/>
                </a:cubicBezTo>
                <a:cubicBezTo>
                  <a:pt x="25812" y="14267"/>
                  <a:pt x="26218" y="13439"/>
                  <a:pt x="26623" y="12644"/>
                </a:cubicBezTo>
                <a:cubicBezTo>
                  <a:pt x="26860" y="12155"/>
                  <a:pt x="27097" y="11647"/>
                  <a:pt x="27317" y="11157"/>
                </a:cubicBezTo>
                <a:cubicBezTo>
                  <a:pt x="28162" y="9213"/>
                  <a:pt x="28348" y="6745"/>
                  <a:pt x="27790" y="4530"/>
                </a:cubicBezTo>
                <a:cubicBezTo>
                  <a:pt x="27317" y="2637"/>
                  <a:pt x="26150" y="1082"/>
                  <a:pt x="24663" y="390"/>
                </a:cubicBezTo>
                <a:cubicBezTo>
                  <a:pt x="24105" y="135"/>
                  <a:pt x="23531" y="0"/>
                  <a:pt x="229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4" name="Google Shape;3994;p119"/>
          <p:cNvSpPr/>
          <p:nvPr/>
        </p:nvSpPr>
        <p:spPr>
          <a:xfrm rot="945579">
            <a:off x="7263457" y="1251429"/>
            <a:ext cx="682129" cy="1292326"/>
          </a:xfrm>
          <a:custGeom>
            <a:avLst/>
            <a:gdLst/>
            <a:ahLst/>
            <a:cxnLst/>
            <a:rect l="l" t="t" r="r" b="b"/>
            <a:pathLst>
              <a:path w="38055" h="72097" extrusionOk="0">
                <a:moveTo>
                  <a:pt x="19018" y="1"/>
                </a:moveTo>
                <a:cubicBezTo>
                  <a:pt x="9466" y="1"/>
                  <a:pt x="11499" y="10605"/>
                  <a:pt x="12568" y="20176"/>
                </a:cubicBezTo>
                <a:cubicBezTo>
                  <a:pt x="13620" y="29765"/>
                  <a:pt x="10833" y="34550"/>
                  <a:pt x="7765" y="42508"/>
                </a:cubicBezTo>
                <a:cubicBezTo>
                  <a:pt x="4715" y="50466"/>
                  <a:pt x="0" y="72097"/>
                  <a:pt x="19018" y="72097"/>
                </a:cubicBezTo>
                <a:cubicBezTo>
                  <a:pt x="38055" y="72097"/>
                  <a:pt x="33340" y="50466"/>
                  <a:pt x="30290" y="42508"/>
                </a:cubicBezTo>
                <a:cubicBezTo>
                  <a:pt x="27222" y="34550"/>
                  <a:pt x="24436" y="29765"/>
                  <a:pt x="25487" y="20176"/>
                </a:cubicBezTo>
                <a:cubicBezTo>
                  <a:pt x="26556" y="10605"/>
                  <a:pt x="28589" y="1"/>
                  <a:pt x="1901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31000"/>
              </a:schemeClr>
            </a:outerShdw>
            <a:reflection stA="5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97" name="Google Shape;3997;p119"/>
          <p:cNvGrpSpPr/>
          <p:nvPr/>
        </p:nvGrpSpPr>
        <p:grpSpPr>
          <a:xfrm>
            <a:off x="5281375" y="966667"/>
            <a:ext cx="2306400" cy="3179100"/>
            <a:chOff x="5281375" y="954475"/>
            <a:chExt cx="2306400" cy="3179100"/>
          </a:xfrm>
        </p:grpSpPr>
        <p:sp>
          <p:nvSpPr>
            <p:cNvPr id="3998" name="Google Shape;3998;p119"/>
            <p:cNvSpPr/>
            <p:nvPr/>
          </p:nvSpPr>
          <p:spPr>
            <a:xfrm>
              <a:off x="5281375" y="954475"/>
              <a:ext cx="2306400" cy="3179100"/>
            </a:xfrm>
            <a:prstGeom prst="roundRect">
              <a:avLst>
                <a:gd name="adj" fmla="val 597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119"/>
            <p:cNvSpPr/>
            <p:nvPr/>
          </p:nvSpPr>
          <p:spPr>
            <a:xfrm>
              <a:off x="5319402" y="1027779"/>
              <a:ext cx="2220744" cy="327716"/>
            </a:xfrm>
            <a:custGeom>
              <a:avLst/>
              <a:gdLst/>
              <a:ahLst/>
              <a:cxnLst/>
              <a:rect l="l" t="t" r="r" b="b"/>
              <a:pathLst>
                <a:path w="99074" h="14622" extrusionOk="0">
                  <a:moveTo>
                    <a:pt x="10070" y="1"/>
                  </a:moveTo>
                  <a:cubicBezTo>
                    <a:pt x="4506" y="1"/>
                    <a:pt x="1" y="4505"/>
                    <a:pt x="1" y="10070"/>
                  </a:cubicBezTo>
                  <a:lnTo>
                    <a:pt x="1" y="14622"/>
                  </a:lnTo>
                  <a:lnTo>
                    <a:pt x="99074" y="14622"/>
                  </a:lnTo>
                  <a:lnTo>
                    <a:pt x="99074" y="10070"/>
                  </a:lnTo>
                  <a:cubicBezTo>
                    <a:pt x="99074" y="4505"/>
                    <a:pt x="94570" y="1"/>
                    <a:pt x="89020" y="1"/>
                  </a:cubicBezTo>
                  <a:lnTo>
                    <a:pt x="54432" y="1"/>
                  </a:lnTo>
                  <a:cubicBezTo>
                    <a:pt x="52983" y="1"/>
                    <a:pt x="51704" y="905"/>
                    <a:pt x="51237" y="2276"/>
                  </a:cubicBezTo>
                  <a:cubicBezTo>
                    <a:pt x="50987" y="2993"/>
                    <a:pt x="50302" y="3476"/>
                    <a:pt x="49537" y="3476"/>
                  </a:cubicBezTo>
                  <a:cubicBezTo>
                    <a:pt x="48774" y="3476"/>
                    <a:pt x="48103" y="2993"/>
                    <a:pt x="47854" y="2276"/>
                  </a:cubicBezTo>
                  <a:cubicBezTo>
                    <a:pt x="47371" y="905"/>
                    <a:pt x="46093" y="1"/>
                    <a:pt x="446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  <a:reflection stA="11000" endPos="9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119"/>
            <p:cNvSpPr/>
            <p:nvPr/>
          </p:nvSpPr>
          <p:spPr>
            <a:xfrm>
              <a:off x="5319405" y="1247600"/>
              <a:ext cx="2220744" cy="2744954"/>
            </a:xfrm>
            <a:custGeom>
              <a:avLst/>
              <a:gdLst/>
              <a:ahLst/>
              <a:cxnLst/>
              <a:rect l="l" t="t" r="r" b="b"/>
              <a:pathLst>
                <a:path w="99074" h="94304" extrusionOk="0">
                  <a:moveTo>
                    <a:pt x="1" y="1"/>
                  </a:moveTo>
                  <a:lnTo>
                    <a:pt x="1" y="94304"/>
                  </a:lnTo>
                  <a:lnTo>
                    <a:pt x="99074" y="94304"/>
                  </a:lnTo>
                  <a:lnTo>
                    <a:pt x="9907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  <a:reflection stA="11000" endPos="9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01" name="Google Shape;4001;p119"/>
          <p:cNvGrpSpPr/>
          <p:nvPr/>
        </p:nvGrpSpPr>
        <p:grpSpPr>
          <a:xfrm>
            <a:off x="4042024" y="1285522"/>
            <a:ext cx="1074309" cy="356822"/>
            <a:chOff x="1725115" y="1291147"/>
            <a:chExt cx="519090" cy="172403"/>
          </a:xfrm>
        </p:grpSpPr>
        <p:sp>
          <p:nvSpPr>
            <p:cNvPr id="4002" name="Google Shape;4002;p119"/>
            <p:cNvSpPr/>
            <p:nvPr/>
          </p:nvSpPr>
          <p:spPr>
            <a:xfrm>
              <a:off x="1725115" y="1291147"/>
              <a:ext cx="519090" cy="172403"/>
            </a:xfrm>
            <a:custGeom>
              <a:avLst/>
              <a:gdLst/>
              <a:ahLst/>
              <a:cxnLst/>
              <a:rect l="l" t="t" r="r" b="b"/>
              <a:pathLst>
                <a:path w="28959" h="9618" extrusionOk="0">
                  <a:moveTo>
                    <a:pt x="18640" y="1"/>
                  </a:moveTo>
                  <a:cubicBezTo>
                    <a:pt x="16417" y="1"/>
                    <a:pt x="14193" y="709"/>
                    <a:pt x="12640" y="1957"/>
                  </a:cubicBezTo>
                  <a:cubicBezTo>
                    <a:pt x="11219" y="3097"/>
                    <a:pt x="9782" y="4972"/>
                    <a:pt x="9291" y="6953"/>
                  </a:cubicBezTo>
                  <a:cubicBezTo>
                    <a:pt x="8237" y="6100"/>
                    <a:pt x="6888" y="5651"/>
                    <a:pt x="5543" y="5651"/>
                  </a:cubicBezTo>
                  <a:cubicBezTo>
                    <a:pt x="5009" y="5651"/>
                    <a:pt x="4476" y="5722"/>
                    <a:pt x="3962" y="5867"/>
                  </a:cubicBezTo>
                  <a:cubicBezTo>
                    <a:pt x="2139" y="6392"/>
                    <a:pt x="632" y="7830"/>
                    <a:pt x="1" y="9618"/>
                  </a:cubicBezTo>
                  <a:lnTo>
                    <a:pt x="28959" y="9529"/>
                  </a:lnTo>
                  <a:cubicBezTo>
                    <a:pt x="28451" y="5937"/>
                    <a:pt x="26348" y="3027"/>
                    <a:pt x="23227" y="1186"/>
                  </a:cubicBezTo>
                  <a:cubicBezTo>
                    <a:pt x="21870" y="374"/>
                    <a:pt x="20255" y="1"/>
                    <a:pt x="18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119"/>
            <p:cNvSpPr/>
            <p:nvPr/>
          </p:nvSpPr>
          <p:spPr>
            <a:xfrm>
              <a:off x="1953865" y="1296811"/>
              <a:ext cx="269951" cy="147971"/>
            </a:xfrm>
            <a:custGeom>
              <a:avLst/>
              <a:gdLst/>
              <a:ahLst/>
              <a:cxnLst/>
              <a:rect l="l" t="t" r="r" b="b"/>
              <a:pathLst>
                <a:path w="15060" h="8255" extrusionOk="0">
                  <a:moveTo>
                    <a:pt x="5623" y="1"/>
                  </a:moveTo>
                  <a:cubicBezTo>
                    <a:pt x="5130" y="1"/>
                    <a:pt x="4634" y="39"/>
                    <a:pt x="4138" y="117"/>
                  </a:cubicBezTo>
                  <a:cubicBezTo>
                    <a:pt x="2964" y="292"/>
                    <a:pt x="1789" y="783"/>
                    <a:pt x="1036" y="1694"/>
                  </a:cubicBezTo>
                  <a:cubicBezTo>
                    <a:pt x="265" y="2606"/>
                    <a:pt x="1" y="3973"/>
                    <a:pt x="580" y="5025"/>
                  </a:cubicBezTo>
                  <a:cubicBezTo>
                    <a:pt x="1036" y="5848"/>
                    <a:pt x="1929" y="6339"/>
                    <a:pt x="2789" y="6724"/>
                  </a:cubicBezTo>
                  <a:cubicBezTo>
                    <a:pt x="5102" y="7736"/>
                    <a:pt x="7623" y="8255"/>
                    <a:pt x="10136" y="8255"/>
                  </a:cubicBezTo>
                  <a:cubicBezTo>
                    <a:pt x="10803" y="8255"/>
                    <a:pt x="11469" y="8218"/>
                    <a:pt x="12131" y="8145"/>
                  </a:cubicBezTo>
                  <a:cubicBezTo>
                    <a:pt x="12692" y="8075"/>
                    <a:pt x="13253" y="7986"/>
                    <a:pt x="13744" y="7759"/>
                  </a:cubicBezTo>
                  <a:cubicBezTo>
                    <a:pt x="14235" y="7514"/>
                    <a:pt x="14673" y="7093"/>
                    <a:pt x="14831" y="6567"/>
                  </a:cubicBezTo>
                  <a:cubicBezTo>
                    <a:pt x="15059" y="5761"/>
                    <a:pt x="14603" y="4920"/>
                    <a:pt x="14077" y="4253"/>
                  </a:cubicBezTo>
                  <a:cubicBezTo>
                    <a:pt x="12036" y="1664"/>
                    <a:pt x="8896" y="1"/>
                    <a:pt x="5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119"/>
            <p:cNvSpPr/>
            <p:nvPr/>
          </p:nvSpPr>
          <p:spPr>
            <a:xfrm>
              <a:off x="1773837" y="1396227"/>
              <a:ext cx="83907" cy="48523"/>
            </a:xfrm>
            <a:custGeom>
              <a:avLst/>
              <a:gdLst/>
              <a:ahLst/>
              <a:cxnLst/>
              <a:rect l="l" t="t" r="r" b="b"/>
              <a:pathLst>
                <a:path w="4681" h="2707" extrusionOk="0">
                  <a:moveTo>
                    <a:pt x="2283" y="0"/>
                  </a:moveTo>
                  <a:cubicBezTo>
                    <a:pt x="1541" y="0"/>
                    <a:pt x="523" y="100"/>
                    <a:pt x="228" y="530"/>
                  </a:cubicBezTo>
                  <a:cubicBezTo>
                    <a:pt x="1" y="881"/>
                    <a:pt x="17" y="1372"/>
                    <a:pt x="228" y="1722"/>
                  </a:cubicBezTo>
                  <a:cubicBezTo>
                    <a:pt x="438" y="2090"/>
                    <a:pt x="807" y="2353"/>
                    <a:pt x="1193" y="2494"/>
                  </a:cubicBezTo>
                  <a:cubicBezTo>
                    <a:pt x="1595" y="2634"/>
                    <a:pt x="2016" y="2669"/>
                    <a:pt x="2436" y="2686"/>
                  </a:cubicBezTo>
                  <a:cubicBezTo>
                    <a:pt x="2577" y="2698"/>
                    <a:pt x="2718" y="2706"/>
                    <a:pt x="2858" y="2706"/>
                  </a:cubicBezTo>
                  <a:cubicBezTo>
                    <a:pt x="3119" y="2706"/>
                    <a:pt x="3377" y="2678"/>
                    <a:pt x="3628" y="2599"/>
                  </a:cubicBezTo>
                  <a:cubicBezTo>
                    <a:pt x="4014" y="2475"/>
                    <a:pt x="4383" y="2195"/>
                    <a:pt x="4523" y="1828"/>
                  </a:cubicBezTo>
                  <a:cubicBezTo>
                    <a:pt x="4680" y="1372"/>
                    <a:pt x="4505" y="846"/>
                    <a:pt x="4154" y="512"/>
                  </a:cubicBezTo>
                  <a:cubicBezTo>
                    <a:pt x="3804" y="197"/>
                    <a:pt x="3331" y="40"/>
                    <a:pt x="2857" y="21"/>
                  </a:cubicBezTo>
                  <a:cubicBezTo>
                    <a:pt x="2710" y="9"/>
                    <a:pt x="2509" y="0"/>
                    <a:pt x="2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05" name="Google Shape;4005;p119"/>
          <p:cNvGrpSpPr/>
          <p:nvPr/>
        </p:nvGrpSpPr>
        <p:grpSpPr>
          <a:xfrm rot="-1933770">
            <a:off x="7602384" y="3145327"/>
            <a:ext cx="620120" cy="233909"/>
            <a:chOff x="6872640" y="3300197"/>
            <a:chExt cx="620134" cy="233914"/>
          </a:xfrm>
        </p:grpSpPr>
        <p:sp>
          <p:nvSpPr>
            <p:cNvPr id="4006" name="Google Shape;4006;p119"/>
            <p:cNvSpPr/>
            <p:nvPr/>
          </p:nvSpPr>
          <p:spPr>
            <a:xfrm>
              <a:off x="7282174" y="3300197"/>
              <a:ext cx="210600" cy="210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119"/>
            <p:cNvSpPr/>
            <p:nvPr/>
          </p:nvSpPr>
          <p:spPr>
            <a:xfrm>
              <a:off x="6872640" y="3488811"/>
              <a:ext cx="45300" cy="45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08" name="Google Shape;4008;p119"/>
          <p:cNvGrpSpPr/>
          <p:nvPr/>
        </p:nvGrpSpPr>
        <p:grpSpPr>
          <a:xfrm>
            <a:off x="7785315" y="3617336"/>
            <a:ext cx="649330" cy="215676"/>
            <a:chOff x="1725115" y="1291147"/>
            <a:chExt cx="519090" cy="172403"/>
          </a:xfrm>
        </p:grpSpPr>
        <p:sp>
          <p:nvSpPr>
            <p:cNvPr id="4009" name="Google Shape;4009;p119"/>
            <p:cNvSpPr/>
            <p:nvPr/>
          </p:nvSpPr>
          <p:spPr>
            <a:xfrm>
              <a:off x="1725115" y="1291147"/>
              <a:ext cx="519090" cy="172403"/>
            </a:xfrm>
            <a:custGeom>
              <a:avLst/>
              <a:gdLst/>
              <a:ahLst/>
              <a:cxnLst/>
              <a:rect l="l" t="t" r="r" b="b"/>
              <a:pathLst>
                <a:path w="28959" h="9618" extrusionOk="0">
                  <a:moveTo>
                    <a:pt x="18640" y="1"/>
                  </a:moveTo>
                  <a:cubicBezTo>
                    <a:pt x="16417" y="1"/>
                    <a:pt x="14193" y="709"/>
                    <a:pt x="12640" y="1957"/>
                  </a:cubicBezTo>
                  <a:cubicBezTo>
                    <a:pt x="11219" y="3097"/>
                    <a:pt x="9782" y="4972"/>
                    <a:pt x="9291" y="6953"/>
                  </a:cubicBezTo>
                  <a:cubicBezTo>
                    <a:pt x="8237" y="6100"/>
                    <a:pt x="6888" y="5651"/>
                    <a:pt x="5543" y="5651"/>
                  </a:cubicBezTo>
                  <a:cubicBezTo>
                    <a:pt x="5009" y="5651"/>
                    <a:pt x="4476" y="5722"/>
                    <a:pt x="3962" y="5867"/>
                  </a:cubicBezTo>
                  <a:cubicBezTo>
                    <a:pt x="2139" y="6392"/>
                    <a:pt x="632" y="7830"/>
                    <a:pt x="1" y="9618"/>
                  </a:cubicBezTo>
                  <a:lnTo>
                    <a:pt x="28959" y="9529"/>
                  </a:lnTo>
                  <a:cubicBezTo>
                    <a:pt x="28451" y="5937"/>
                    <a:pt x="26348" y="3027"/>
                    <a:pt x="23227" y="1186"/>
                  </a:cubicBezTo>
                  <a:cubicBezTo>
                    <a:pt x="21870" y="374"/>
                    <a:pt x="20255" y="1"/>
                    <a:pt x="18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119"/>
            <p:cNvSpPr/>
            <p:nvPr/>
          </p:nvSpPr>
          <p:spPr>
            <a:xfrm>
              <a:off x="1953865" y="1296811"/>
              <a:ext cx="269951" cy="147971"/>
            </a:xfrm>
            <a:custGeom>
              <a:avLst/>
              <a:gdLst/>
              <a:ahLst/>
              <a:cxnLst/>
              <a:rect l="l" t="t" r="r" b="b"/>
              <a:pathLst>
                <a:path w="15060" h="8255" extrusionOk="0">
                  <a:moveTo>
                    <a:pt x="5623" y="1"/>
                  </a:moveTo>
                  <a:cubicBezTo>
                    <a:pt x="5130" y="1"/>
                    <a:pt x="4634" y="39"/>
                    <a:pt x="4138" y="117"/>
                  </a:cubicBezTo>
                  <a:cubicBezTo>
                    <a:pt x="2964" y="292"/>
                    <a:pt x="1789" y="783"/>
                    <a:pt x="1036" y="1694"/>
                  </a:cubicBezTo>
                  <a:cubicBezTo>
                    <a:pt x="265" y="2606"/>
                    <a:pt x="1" y="3973"/>
                    <a:pt x="580" y="5025"/>
                  </a:cubicBezTo>
                  <a:cubicBezTo>
                    <a:pt x="1036" y="5848"/>
                    <a:pt x="1929" y="6339"/>
                    <a:pt x="2789" y="6724"/>
                  </a:cubicBezTo>
                  <a:cubicBezTo>
                    <a:pt x="5102" y="7736"/>
                    <a:pt x="7623" y="8255"/>
                    <a:pt x="10136" y="8255"/>
                  </a:cubicBezTo>
                  <a:cubicBezTo>
                    <a:pt x="10803" y="8255"/>
                    <a:pt x="11469" y="8218"/>
                    <a:pt x="12131" y="8145"/>
                  </a:cubicBezTo>
                  <a:cubicBezTo>
                    <a:pt x="12692" y="8075"/>
                    <a:pt x="13253" y="7986"/>
                    <a:pt x="13744" y="7759"/>
                  </a:cubicBezTo>
                  <a:cubicBezTo>
                    <a:pt x="14235" y="7514"/>
                    <a:pt x="14673" y="7093"/>
                    <a:pt x="14831" y="6567"/>
                  </a:cubicBezTo>
                  <a:cubicBezTo>
                    <a:pt x="15059" y="5761"/>
                    <a:pt x="14603" y="4920"/>
                    <a:pt x="14077" y="4253"/>
                  </a:cubicBezTo>
                  <a:cubicBezTo>
                    <a:pt x="12036" y="1664"/>
                    <a:pt x="8896" y="1"/>
                    <a:pt x="5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119"/>
            <p:cNvSpPr/>
            <p:nvPr/>
          </p:nvSpPr>
          <p:spPr>
            <a:xfrm>
              <a:off x="1773837" y="1396227"/>
              <a:ext cx="83907" cy="48523"/>
            </a:xfrm>
            <a:custGeom>
              <a:avLst/>
              <a:gdLst/>
              <a:ahLst/>
              <a:cxnLst/>
              <a:rect l="l" t="t" r="r" b="b"/>
              <a:pathLst>
                <a:path w="4681" h="2707" extrusionOk="0">
                  <a:moveTo>
                    <a:pt x="2283" y="0"/>
                  </a:moveTo>
                  <a:cubicBezTo>
                    <a:pt x="1541" y="0"/>
                    <a:pt x="523" y="100"/>
                    <a:pt x="228" y="530"/>
                  </a:cubicBezTo>
                  <a:cubicBezTo>
                    <a:pt x="1" y="881"/>
                    <a:pt x="17" y="1372"/>
                    <a:pt x="228" y="1722"/>
                  </a:cubicBezTo>
                  <a:cubicBezTo>
                    <a:pt x="438" y="2090"/>
                    <a:pt x="807" y="2353"/>
                    <a:pt x="1193" y="2494"/>
                  </a:cubicBezTo>
                  <a:cubicBezTo>
                    <a:pt x="1595" y="2634"/>
                    <a:pt x="2016" y="2669"/>
                    <a:pt x="2436" y="2686"/>
                  </a:cubicBezTo>
                  <a:cubicBezTo>
                    <a:pt x="2577" y="2698"/>
                    <a:pt x="2718" y="2706"/>
                    <a:pt x="2858" y="2706"/>
                  </a:cubicBezTo>
                  <a:cubicBezTo>
                    <a:pt x="3119" y="2706"/>
                    <a:pt x="3377" y="2678"/>
                    <a:pt x="3628" y="2599"/>
                  </a:cubicBezTo>
                  <a:cubicBezTo>
                    <a:pt x="4014" y="2475"/>
                    <a:pt x="4383" y="2195"/>
                    <a:pt x="4523" y="1828"/>
                  </a:cubicBezTo>
                  <a:cubicBezTo>
                    <a:pt x="4680" y="1372"/>
                    <a:pt x="4505" y="846"/>
                    <a:pt x="4154" y="512"/>
                  </a:cubicBezTo>
                  <a:cubicBezTo>
                    <a:pt x="3804" y="197"/>
                    <a:pt x="3331" y="40"/>
                    <a:pt x="2857" y="21"/>
                  </a:cubicBezTo>
                  <a:cubicBezTo>
                    <a:pt x="2710" y="9"/>
                    <a:pt x="2509" y="0"/>
                    <a:pt x="2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12" name="Google Shape;4012;p119"/>
          <p:cNvPicPr preferRelativeResize="0"/>
          <p:nvPr/>
        </p:nvPicPr>
        <p:blipFill rotWithShape="1">
          <a:blip r:embed="rId3">
            <a:alphaModFix/>
          </a:blip>
          <a:srcRect l="30945" t="4890" r="30135" b="9162"/>
          <a:stretch/>
        </p:blipFill>
        <p:spPr>
          <a:xfrm>
            <a:off x="5376825" y="1285525"/>
            <a:ext cx="2129213" cy="2644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oogle Shape;2954;p101">
            <a:extLst>
              <a:ext uri="{FF2B5EF4-FFF2-40B4-BE49-F238E27FC236}">
                <a16:creationId xmlns:a16="http://schemas.microsoft.com/office/drawing/2014/main" id="{4F8A15E5-E400-0A16-C4E3-CF15952141F2}"/>
              </a:ext>
            </a:extLst>
          </p:cNvPr>
          <p:cNvGrpSpPr/>
          <p:nvPr/>
        </p:nvGrpSpPr>
        <p:grpSpPr>
          <a:xfrm>
            <a:off x="3176270" y="2893190"/>
            <a:ext cx="954098" cy="217871"/>
            <a:chOff x="5718423" y="809024"/>
            <a:chExt cx="830071" cy="94500"/>
          </a:xfrm>
        </p:grpSpPr>
        <p:sp>
          <p:nvSpPr>
            <p:cNvPr id="7" name="Google Shape;2955;p101">
              <a:extLst>
                <a:ext uri="{FF2B5EF4-FFF2-40B4-BE49-F238E27FC236}">
                  <a16:creationId xmlns:a16="http://schemas.microsoft.com/office/drawing/2014/main" id="{AF95936B-302B-51FA-7195-6D87DF7D92D3}"/>
                </a:ext>
              </a:extLst>
            </p:cNvPr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956;p101">
              <a:extLst>
                <a:ext uri="{FF2B5EF4-FFF2-40B4-BE49-F238E27FC236}">
                  <a16:creationId xmlns:a16="http://schemas.microsoft.com/office/drawing/2014/main" id="{97B5E5B3-8C94-F777-5527-D5F1FCECDBAE}"/>
                </a:ext>
              </a:extLst>
            </p:cNvPr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957;p101">
              <a:extLst>
                <a:ext uri="{FF2B5EF4-FFF2-40B4-BE49-F238E27FC236}">
                  <a16:creationId xmlns:a16="http://schemas.microsoft.com/office/drawing/2014/main" id="{CA6E9DBB-D6FE-BC59-4036-7A7E316E078A}"/>
                </a:ext>
              </a:extLst>
            </p:cNvPr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958;p101">
              <a:extLst>
                <a:ext uri="{FF2B5EF4-FFF2-40B4-BE49-F238E27FC236}">
                  <a16:creationId xmlns:a16="http://schemas.microsoft.com/office/drawing/2014/main" id="{5DF4D4FF-848C-9697-A63F-F5E8B4701542}"/>
                </a:ext>
              </a:extLst>
            </p:cNvPr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Shape 28">
            <a:extLst>
              <a:ext uri="{FF2B5EF4-FFF2-40B4-BE49-F238E27FC236}">
                <a16:creationId xmlns:a16="http://schemas.microsoft.com/office/drawing/2014/main" id="{0FAA0CDF-261A-F4C3-D74A-BBD98780E297}"/>
              </a:ext>
            </a:extLst>
          </p:cNvPr>
          <p:cNvSpPr/>
          <p:nvPr/>
        </p:nvSpPr>
        <p:spPr>
          <a:xfrm>
            <a:off x="158496" y="635604"/>
            <a:ext cx="1743609" cy="4132830"/>
          </a:xfrm>
          <a:prstGeom prst="roundRect">
            <a:avLst>
              <a:gd name="adj" fmla="val 9091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sp>
      <p:sp>
        <p:nvSpPr>
          <p:cNvPr id="12" name="Shape 29">
            <a:extLst>
              <a:ext uri="{FF2B5EF4-FFF2-40B4-BE49-F238E27FC236}">
                <a16:creationId xmlns:a16="http://schemas.microsoft.com/office/drawing/2014/main" id="{82C2A7DB-995F-0D21-4F59-BB03483B2E65}"/>
              </a:ext>
            </a:extLst>
          </p:cNvPr>
          <p:cNvSpPr/>
          <p:nvPr/>
        </p:nvSpPr>
        <p:spPr>
          <a:xfrm>
            <a:off x="398309" y="906428"/>
            <a:ext cx="1320916" cy="3179100"/>
          </a:xfrm>
          <a:prstGeom prst="roundRect">
            <a:avLst>
              <a:gd name="adj" fmla="val 9600"/>
            </a:avLst>
          </a:prstGeom>
          <a:blipFill>
            <a:blip r:embed="rId4">
              <a:alphaModFix amt="88000"/>
            </a:blip>
            <a:stretch>
              <a:fillRect/>
            </a:stretch>
          </a:blipFill>
          <a:ln w="12700">
            <a:solidFill>
              <a:srgbClr val="4CE0C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3" name="Shape 30">
            <a:extLst>
              <a:ext uri="{FF2B5EF4-FFF2-40B4-BE49-F238E27FC236}">
                <a16:creationId xmlns:a16="http://schemas.microsoft.com/office/drawing/2014/main" id="{ADD7F4EA-54EC-C4BD-F005-12D5C95C75E3}"/>
              </a:ext>
            </a:extLst>
          </p:cNvPr>
          <p:cNvSpPr/>
          <p:nvPr/>
        </p:nvSpPr>
        <p:spPr>
          <a:xfrm>
            <a:off x="1316819" y="4371260"/>
            <a:ext cx="264183" cy="148358"/>
          </a:xfrm>
          <a:prstGeom prst="ellipse">
            <a:avLst/>
          </a:prstGeom>
          <a:solidFill>
            <a:srgbClr val="B0ABDB"/>
          </a:solidFill>
          <a:ln w="12700">
            <a:solidFill>
              <a:srgbClr val="B0ABDB"/>
            </a:solidFill>
            <a:prstDash val="solid"/>
          </a:ln>
        </p:spPr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6BBBC087-5974-0788-4076-237D629DD36D}"/>
              </a:ext>
            </a:extLst>
          </p:cNvPr>
          <p:cNvSpPr/>
          <p:nvPr/>
        </p:nvSpPr>
        <p:spPr>
          <a:xfrm>
            <a:off x="398309" y="1366078"/>
            <a:ext cx="1320916" cy="1907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ABDB"/>
                </a:solidFill>
              </a:rPr>
              <a:t>]</a:t>
            </a:r>
            <a:endParaRPr lang="en-US" sz="800" dirty="0"/>
          </a:p>
        </p:txBody>
      </p:sp>
      <p:sp>
        <p:nvSpPr>
          <p:cNvPr id="15" name="Text 32">
            <a:extLst>
              <a:ext uri="{FF2B5EF4-FFF2-40B4-BE49-F238E27FC236}">
                <a16:creationId xmlns:a16="http://schemas.microsoft.com/office/drawing/2014/main" id="{65479669-7852-FDAD-2AEE-3F15736E1E46}"/>
              </a:ext>
            </a:extLst>
          </p:cNvPr>
          <p:cNvSpPr/>
          <p:nvPr/>
        </p:nvSpPr>
        <p:spPr>
          <a:xfrm>
            <a:off x="178874" y="4031828"/>
            <a:ext cx="1637936" cy="805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Onboarding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&amp; Welcome</a:t>
            </a:r>
            <a:endParaRPr lang="en-US" sz="900" dirty="0"/>
          </a:p>
        </p:txBody>
      </p:sp>
      <p:sp>
        <p:nvSpPr>
          <p:cNvPr id="16" name="Shape 33">
            <a:extLst>
              <a:ext uri="{FF2B5EF4-FFF2-40B4-BE49-F238E27FC236}">
                <a16:creationId xmlns:a16="http://schemas.microsoft.com/office/drawing/2014/main" id="{8E04658B-281E-482A-FC8D-2A4D48A68088}"/>
              </a:ext>
            </a:extLst>
          </p:cNvPr>
          <p:cNvSpPr/>
          <p:nvPr/>
        </p:nvSpPr>
        <p:spPr>
          <a:xfrm>
            <a:off x="1895856" y="623412"/>
            <a:ext cx="1743609" cy="4132830"/>
          </a:xfrm>
          <a:prstGeom prst="roundRect">
            <a:avLst>
              <a:gd name="adj" fmla="val 9091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sp>
      <p:sp>
        <p:nvSpPr>
          <p:cNvPr id="17" name="Shape 34">
            <a:extLst>
              <a:ext uri="{FF2B5EF4-FFF2-40B4-BE49-F238E27FC236}">
                <a16:creationId xmlns:a16="http://schemas.microsoft.com/office/drawing/2014/main" id="{E2F5BEBB-4FA4-8546-17CB-5E1880F6634F}"/>
              </a:ext>
            </a:extLst>
          </p:cNvPr>
          <p:cNvSpPr/>
          <p:nvPr/>
        </p:nvSpPr>
        <p:spPr>
          <a:xfrm>
            <a:off x="2135669" y="906428"/>
            <a:ext cx="1320916" cy="3179100"/>
          </a:xfrm>
          <a:prstGeom prst="roundRect">
            <a:avLst>
              <a:gd name="adj" fmla="val 9600"/>
            </a:avLst>
          </a:prstGeom>
          <a:blipFill>
            <a:blip r:embed="rId5">
              <a:alphaModFix amt="88000"/>
            </a:blip>
            <a:stretch>
              <a:fillRect/>
            </a:stretch>
          </a:blipFill>
          <a:ln w="12700">
            <a:solidFill>
              <a:srgbClr val="4CE0CC"/>
            </a:solidFill>
            <a:prstDash val="solid"/>
          </a:ln>
        </p:spPr>
      </p:sp>
      <p:sp>
        <p:nvSpPr>
          <p:cNvPr id="18" name="Shape 35">
            <a:extLst>
              <a:ext uri="{FF2B5EF4-FFF2-40B4-BE49-F238E27FC236}">
                <a16:creationId xmlns:a16="http://schemas.microsoft.com/office/drawing/2014/main" id="{E16F99D0-3320-1ADC-7BAA-ED40BA98A8AB}"/>
              </a:ext>
            </a:extLst>
          </p:cNvPr>
          <p:cNvSpPr/>
          <p:nvPr/>
        </p:nvSpPr>
        <p:spPr>
          <a:xfrm>
            <a:off x="2989508" y="4301903"/>
            <a:ext cx="264183" cy="148358"/>
          </a:xfrm>
          <a:prstGeom prst="ellipse">
            <a:avLst/>
          </a:prstGeom>
          <a:solidFill>
            <a:srgbClr val="B0ABDB"/>
          </a:solidFill>
          <a:ln w="12700">
            <a:solidFill>
              <a:srgbClr val="B0ABDB"/>
            </a:solidFill>
            <a:prstDash val="solid"/>
          </a:ln>
        </p:spPr>
      </p:sp>
      <p:sp>
        <p:nvSpPr>
          <p:cNvPr id="20" name="Text 37">
            <a:extLst>
              <a:ext uri="{FF2B5EF4-FFF2-40B4-BE49-F238E27FC236}">
                <a16:creationId xmlns:a16="http://schemas.microsoft.com/office/drawing/2014/main" id="{F59FA31C-A7EB-816E-3BD7-68EADE49FA4B}"/>
              </a:ext>
            </a:extLst>
          </p:cNvPr>
          <p:cNvSpPr/>
          <p:nvPr/>
        </p:nvSpPr>
        <p:spPr>
          <a:xfrm>
            <a:off x="1895009" y="3950870"/>
            <a:ext cx="1637936" cy="805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Consent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Permissions</a:t>
            </a:r>
            <a:endParaRPr lang="en-US" sz="900" dirty="0"/>
          </a:p>
        </p:txBody>
      </p:sp>
      <p:sp>
        <p:nvSpPr>
          <p:cNvPr id="21" name="Shape 38">
            <a:extLst>
              <a:ext uri="{FF2B5EF4-FFF2-40B4-BE49-F238E27FC236}">
                <a16:creationId xmlns:a16="http://schemas.microsoft.com/office/drawing/2014/main" id="{8D6A9872-751D-D5DF-7EB8-264DC38F87BD}"/>
              </a:ext>
            </a:extLst>
          </p:cNvPr>
          <p:cNvSpPr/>
          <p:nvPr/>
        </p:nvSpPr>
        <p:spPr>
          <a:xfrm>
            <a:off x="3633216" y="623412"/>
            <a:ext cx="1743609" cy="4132830"/>
          </a:xfrm>
          <a:prstGeom prst="roundRect">
            <a:avLst>
              <a:gd name="adj" fmla="val 9091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sp>
      <p:sp>
        <p:nvSpPr>
          <p:cNvPr id="22" name="Shape 39">
            <a:extLst>
              <a:ext uri="{FF2B5EF4-FFF2-40B4-BE49-F238E27FC236}">
                <a16:creationId xmlns:a16="http://schemas.microsoft.com/office/drawing/2014/main" id="{4DA3BC6A-F46C-3529-FD12-F072E3A52AF4}"/>
              </a:ext>
            </a:extLst>
          </p:cNvPr>
          <p:cNvSpPr/>
          <p:nvPr/>
        </p:nvSpPr>
        <p:spPr>
          <a:xfrm>
            <a:off x="3873029" y="906428"/>
            <a:ext cx="1320916" cy="3179100"/>
          </a:xfrm>
          <a:prstGeom prst="roundRect">
            <a:avLst>
              <a:gd name="adj" fmla="val 9600"/>
            </a:avLst>
          </a:prstGeom>
          <a:blipFill>
            <a:blip r:embed="rId6">
              <a:alphaModFix amt="88000"/>
            </a:blip>
            <a:stretch>
              <a:fillRect/>
            </a:stretch>
          </a:blipFill>
          <a:ln w="12700">
            <a:solidFill>
              <a:srgbClr val="4CE0CC"/>
            </a:solidFill>
            <a:prstDash val="solid"/>
          </a:ln>
        </p:spPr>
      </p:sp>
      <p:sp>
        <p:nvSpPr>
          <p:cNvPr id="23" name="Shape 40">
            <a:extLst>
              <a:ext uri="{FF2B5EF4-FFF2-40B4-BE49-F238E27FC236}">
                <a16:creationId xmlns:a16="http://schemas.microsoft.com/office/drawing/2014/main" id="{5A3DF834-F811-E995-DFBD-F7B19E213E4F}"/>
              </a:ext>
            </a:extLst>
          </p:cNvPr>
          <p:cNvSpPr/>
          <p:nvPr/>
        </p:nvSpPr>
        <p:spPr>
          <a:xfrm>
            <a:off x="4662698" y="4289002"/>
            <a:ext cx="264183" cy="148358"/>
          </a:xfrm>
          <a:prstGeom prst="ellipse">
            <a:avLst/>
          </a:prstGeom>
          <a:solidFill>
            <a:srgbClr val="B0ABDB"/>
          </a:solidFill>
          <a:ln w="12700">
            <a:solidFill>
              <a:srgbClr val="B0ABDB"/>
            </a:solidFill>
            <a:prstDash val="solid"/>
          </a:ln>
        </p:spPr>
      </p:sp>
      <p:sp>
        <p:nvSpPr>
          <p:cNvPr id="25" name="Text 42">
            <a:extLst>
              <a:ext uri="{FF2B5EF4-FFF2-40B4-BE49-F238E27FC236}">
                <a16:creationId xmlns:a16="http://schemas.microsoft.com/office/drawing/2014/main" id="{6A36751E-92F0-892D-37DD-BC5482BE39F5}"/>
              </a:ext>
            </a:extLst>
          </p:cNvPr>
          <p:cNvSpPr/>
          <p:nvPr/>
        </p:nvSpPr>
        <p:spPr>
          <a:xfrm>
            <a:off x="3619685" y="3954132"/>
            <a:ext cx="1637936" cy="805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Home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Dashboard</a:t>
            </a:r>
            <a:endParaRPr lang="en-US" sz="900" dirty="0"/>
          </a:p>
        </p:txBody>
      </p:sp>
      <p:sp>
        <p:nvSpPr>
          <p:cNvPr id="26" name="Shape 43">
            <a:extLst>
              <a:ext uri="{FF2B5EF4-FFF2-40B4-BE49-F238E27FC236}">
                <a16:creationId xmlns:a16="http://schemas.microsoft.com/office/drawing/2014/main" id="{401F1F9D-C837-4306-F901-AF4D76EB1719}"/>
              </a:ext>
            </a:extLst>
          </p:cNvPr>
          <p:cNvSpPr/>
          <p:nvPr/>
        </p:nvSpPr>
        <p:spPr>
          <a:xfrm>
            <a:off x="5370576" y="623412"/>
            <a:ext cx="1743609" cy="4132830"/>
          </a:xfrm>
          <a:prstGeom prst="roundRect">
            <a:avLst>
              <a:gd name="adj" fmla="val 9091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sp>
      <p:sp>
        <p:nvSpPr>
          <p:cNvPr id="27" name="Shape 44">
            <a:extLst>
              <a:ext uri="{FF2B5EF4-FFF2-40B4-BE49-F238E27FC236}">
                <a16:creationId xmlns:a16="http://schemas.microsoft.com/office/drawing/2014/main" id="{EA3A95BC-6D5F-51D0-C2B1-013498434882}"/>
              </a:ext>
            </a:extLst>
          </p:cNvPr>
          <p:cNvSpPr/>
          <p:nvPr/>
        </p:nvSpPr>
        <p:spPr>
          <a:xfrm>
            <a:off x="5610389" y="906428"/>
            <a:ext cx="1320916" cy="3179100"/>
          </a:xfrm>
          <a:prstGeom prst="roundRect">
            <a:avLst>
              <a:gd name="adj" fmla="val 9600"/>
            </a:avLst>
          </a:prstGeom>
          <a:blipFill>
            <a:blip r:embed="rId7">
              <a:alphaModFix amt="88000"/>
            </a:blip>
            <a:stretch>
              <a:fillRect/>
            </a:stretch>
          </a:blipFill>
          <a:ln w="12700">
            <a:solidFill>
              <a:srgbClr val="4CE0CC"/>
            </a:solidFill>
            <a:prstDash val="solid"/>
          </a:ln>
        </p:spPr>
      </p:sp>
      <p:sp>
        <p:nvSpPr>
          <p:cNvPr id="28" name="Shape 45">
            <a:extLst>
              <a:ext uri="{FF2B5EF4-FFF2-40B4-BE49-F238E27FC236}">
                <a16:creationId xmlns:a16="http://schemas.microsoft.com/office/drawing/2014/main" id="{23154E5B-7CCF-C73E-EB4E-771666022B10}"/>
              </a:ext>
            </a:extLst>
          </p:cNvPr>
          <p:cNvSpPr/>
          <p:nvPr/>
        </p:nvSpPr>
        <p:spPr>
          <a:xfrm>
            <a:off x="6390285" y="4269365"/>
            <a:ext cx="264183" cy="148358"/>
          </a:xfrm>
          <a:prstGeom prst="ellipse">
            <a:avLst/>
          </a:prstGeom>
          <a:solidFill>
            <a:srgbClr val="B0ABDB"/>
          </a:solidFill>
          <a:ln w="12700">
            <a:solidFill>
              <a:srgbClr val="B0ABDB"/>
            </a:solidFill>
            <a:prstDash val="solid"/>
          </a:ln>
        </p:spPr>
      </p:sp>
      <p:sp>
        <p:nvSpPr>
          <p:cNvPr id="30" name="Text 47">
            <a:extLst>
              <a:ext uri="{FF2B5EF4-FFF2-40B4-BE49-F238E27FC236}">
                <a16:creationId xmlns:a16="http://schemas.microsoft.com/office/drawing/2014/main" id="{50848593-0B97-8A9D-60AE-B7EC49224A53}"/>
              </a:ext>
            </a:extLst>
          </p:cNvPr>
          <p:cNvSpPr/>
          <p:nvPr/>
        </p:nvSpPr>
        <p:spPr>
          <a:xfrm>
            <a:off x="5416296" y="3940858"/>
            <a:ext cx="1637936" cy="805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History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Trends</a:t>
            </a:r>
            <a:endParaRPr lang="en-US" sz="900" dirty="0"/>
          </a:p>
        </p:txBody>
      </p:sp>
      <p:sp>
        <p:nvSpPr>
          <p:cNvPr id="31" name="Shape 48">
            <a:extLst>
              <a:ext uri="{FF2B5EF4-FFF2-40B4-BE49-F238E27FC236}">
                <a16:creationId xmlns:a16="http://schemas.microsoft.com/office/drawing/2014/main" id="{29DD4255-D4BB-3CC4-42EA-DA01CC56BC10}"/>
              </a:ext>
            </a:extLst>
          </p:cNvPr>
          <p:cNvSpPr/>
          <p:nvPr/>
        </p:nvSpPr>
        <p:spPr>
          <a:xfrm>
            <a:off x="7107936" y="623412"/>
            <a:ext cx="1743609" cy="4132830"/>
          </a:xfrm>
          <a:prstGeom prst="roundRect">
            <a:avLst>
              <a:gd name="adj" fmla="val 9091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sp>
      <p:sp>
        <p:nvSpPr>
          <p:cNvPr id="32" name="Shape 49">
            <a:extLst>
              <a:ext uri="{FF2B5EF4-FFF2-40B4-BE49-F238E27FC236}">
                <a16:creationId xmlns:a16="http://schemas.microsoft.com/office/drawing/2014/main" id="{59667914-8368-B470-228B-AB265BC6A606}"/>
              </a:ext>
            </a:extLst>
          </p:cNvPr>
          <p:cNvSpPr/>
          <p:nvPr/>
        </p:nvSpPr>
        <p:spPr>
          <a:xfrm>
            <a:off x="7347749" y="906428"/>
            <a:ext cx="1320916" cy="3179100"/>
          </a:xfrm>
          <a:prstGeom prst="roundRect">
            <a:avLst>
              <a:gd name="adj" fmla="val 9600"/>
            </a:avLst>
          </a:prstGeom>
          <a:blipFill>
            <a:blip r:embed="rId8">
              <a:alphaModFix amt="88000"/>
            </a:blip>
            <a:stretch>
              <a:fillRect/>
            </a:stretch>
          </a:blipFill>
          <a:ln w="12700">
            <a:solidFill>
              <a:srgbClr val="4CE0CC"/>
            </a:solidFill>
            <a:prstDash val="solid"/>
          </a:ln>
        </p:spPr>
      </p:sp>
      <p:sp>
        <p:nvSpPr>
          <p:cNvPr id="33" name="Shape 50">
            <a:extLst>
              <a:ext uri="{FF2B5EF4-FFF2-40B4-BE49-F238E27FC236}">
                <a16:creationId xmlns:a16="http://schemas.microsoft.com/office/drawing/2014/main" id="{3619177B-BCE5-54AE-D377-7475BDC83906}"/>
              </a:ext>
            </a:extLst>
          </p:cNvPr>
          <p:cNvSpPr/>
          <p:nvPr/>
        </p:nvSpPr>
        <p:spPr>
          <a:xfrm>
            <a:off x="8128798" y="4278810"/>
            <a:ext cx="264183" cy="148358"/>
          </a:xfrm>
          <a:prstGeom prst="ellipse">
            <a:avLst/>
          </a:prstGeom>
          <a:solidFill>
            <a:srgbClr val="B0ABDB"/>
          </a:solidFill>
          <a:ln w="12700">
            <a:solidFill>
              <a:srgbClr val="B0ABDB"/>
            </a:solidFill>
            <a:prstDash val="solid"/>
          </a:ln>
        </p:spPr>
      </p:sp>
      <p:sp>
        <p:nvSpPr>
          <p:cNvPr id="35" name="Text 52">
            <a:extLst>
              <a:ext uri="{FF2B5EF4-FFF2-40B4-BE49-F238E27FC236}">
                <a16:creationId xmlns:a16="http://schemas.microsoft.com/office/drawing/2014/main" id="{54E53BF7-060E-1BA9-771C-782E52AC3FAC}"/>
              </a:ext>
            </a:extLst>
          </p:cNvPr>
          <p:cNvSpPr/>
          <p:nvPr/>
        </p:nvSpPr>
        <p:spPr>
          <a:xfrm>
            <a:off x="7153656" y="3940858"/>
            <a:ext cx="1637936" cy="805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Settings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Privacy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8">
          <a:extLst>
            <a:ext uri="{FF2B5EF4-FFF2-40B4-BE49-F238E27FC236}">
              <a16:creationId xmlns:a16="http://schemas.microsoft.com/office/drawing/2014/main" id="{77B6B4B8-44C1-E52C-0E98-3B0E1D626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65">
            <a:extLst>
              <a:ext uri="{FF2B5EF4-FFF2-40B4-BE49-F238E27FC236}">
                <a16:creationId xmlns:a16="http://schemas.microsoft.com/office/drawing/2014/main" id="{53FF8E40-77BF-E9BA-2B67-87B396297C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Screen Mockups: Deep Dive</a:t>
            </a:r>
            <a:endParaRPr dirty="0"/>
          </a:p>
        </p:txBody>
      </p:sp>
      <p:sp>
        <p:nvSpPr>
          <p:cNvPr id="1021" name="Google Shape;1021;p65">
            <a:extLst>
              <a:ext uri="{FF2B5EF4-FFF2-40B4-BE49-F238E27FC236}">
                <a16:creationId xmlns:a16="http://schemas.microsoft.com/office/drawing/2014/main" id="{79C94431-C6A1-1E1B-D0FB-B42B524412AE}"/>
              </a:ext>
            </a:extLst>
          </p:cNvPr>
          <p:cNvSpPr/>
          <p:nvPr/>
        </p:nvSpPr>
        <p:spPr>
          <a:xfrm rot="5400000">
            <a:off x="22112" y="6379524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hape 9">
            <a:extLst>
              <a:ext uri="{FF2B5EF4-FFF2-40B4-BE49-F238E27FC236}">
                <a16:creationId xmlns:a16="http://schemas.microsoft.com/office/drawing/2014/main" id="{230F423C-FB41-EB5E-424B-51C430FFCE10}"/>
              </a:ext>
            </a:extLst>
          </p:cNvPr>
          <p:cNvSpPr/>
          <p:nvPr/>
        </p:nvSpPr>
        <p:spPr>
          <a:xfrm>
            <a:off x="365760" y="1188720"/>
            <a:ext cx="5486400" cy="658368"/>
          </a:xfrm>
          <a:prstGeom prst="roundRect">
            <a:avLst>
              <a:gd name="adj" fmla="val 20833"/>
            </a:avLst>
          </a:prstGeom>
          <a:solidFill>
            <a:srgbClr val="312D9E">
              <a:alpha val="95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Shape 10">
            <a:extLst>
              <a:ext uri="{FF2B5EF4-FFF2-40B4-BE49-F238E27FC236}">
                <a16:creationId xmlns:a16="http://schemas.microsoft.com/office/drawing/2014/main" id="{83AFFD86-BEE4-DB24-192C-82E06E11F829}"/>
              </a:ext>
            </a:extLst>
          </p:cNvPr>
          <p:cNvSpPr/>
          <p:nvPr/>
        </p:nvSpPr>
        <p:spPr>
          <a:xfrm>
            <a:off x="475488" y="1389888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4CE0CC">
              <a:alpha val="80000"/>
            </a:srgbClr>
          </a:solidFill>
          <a:ln w="12700">
            <a:solidFill>
              <a:srgbClr val="4CE0CC"/>
            </a:solidFill>
            <a:prstDash val="solid"/>
          </a:ln>
        </p:spPr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716DE808-BA39-693A-F479-096F70FA6552}"/>
              </a:ext>
            </a:extLst>
          </p:cNvPr>
          <p:cNvSpPr/>
          <p:nvPr/>
        </p:nvSpPr>
        <p:spPr>
          <a:xfrm>
            <a:off x="475488" y="13898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Screen 1</a:t>
            </a:r>
            <a:endParaRPr lang="en-US" sz="900" dirty="0"/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1769B453-09D5-D9AC-0031-23C246F14A03}"/>
              </a:ext>
            </a:extLst>
          </p:cNvPr>
          <p:cNvSpPr/>
          <p:nvPr/>
        </p:nvSpPr>
        <p:spPr>
          <a:xfrm>
            <a:off x="1207008" y="126187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Onboarding</a:t>
            </a:r>
            <a:endParaRPr lang="en-US" sz="1300" dirty="0"/>
          </a:p>
        </p:txBody>
      </p:sp>
      <p:sp>
        <p:nvSpPr>
          <p:cNvPr id="6" name="Text 13">
            <a:extLst>
              <a:ext uri="{FF2B5EF4-FFF2-40B4-BE49-F238E27FC236}">
                <a16:creationId xmlns:a16="http://schemas.microsoft.com/office/drawing/2014/main" id="{ED466A81-1305-9913-656E-32A251347E5A}"/>
              </a:ext>
            </a:extLst>
          </p:cNvPr>
          <p:cNvSpPr/>
          <p:nvPr/>
        </p:nvSpPr>
        <p:spPr>
          <a:xfrm>
            <a:off x="1207008" y="1536192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BDB"/>
                </a:solidFill>
              </a:rPr>
              <a:t>App name + tagline  ·  3 feature preview blocks  ·  Get Started → Consent</a:t>
            </a:r>
            <a:endParaRPr lang="en-US" sz="900" dirty="0"/>
          </a:p>
        </p:txBody>
      </p:sp>
      <p:sp>
        <p:nvSpPr>
          <p:cNvPr id="7" name="Shape 14">
            <a:extLst>
              <a:ext uri="{FF2B5EF4-FFF2-40B4-BE49-F238E27FC236}">
                <a16:creationId xmlns:a16="http://schemas.microsoft.com/office/drawing/2014/main" id="{BD1070D0-91F5-82DB-3729-82EA1998541A}"/>
              </a:ext>
            </a:extLst>
          </p:cNvPr>
          <p:cNvSpPr/>
          <p:nvPr/>
        </p:nvSpPr>
        <p:spPr>
          <a:xfrm>
            <a:off x="365760" y="1938528"/>
            <a:ext cx="5486400" cy="658368"/>
          </a:xfrm>
          <a:prstGeom prst="roundRect">
            <a:avLst>
              <a:gd name="adj" fmla="val 20833"/>
            </a:avLst>
          </a:prstGeom>
          <a:solidFill>
            <a:srgbClr val="312D9E">
              <a:alpha val="95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en-US" dirty="0"/>
              <a:t> </a:t>
            </a:r>
            <a:endParaRPr lang="en-GB" dirty="0"/>
          </a:p>
        </p:txBody>
      </p:sp>
      <p:sp>
        <p:nvSpPr>
          <p:cNvPr id="8" name="Shape 15">
            <a:extLst>
              <a:ext uri="{FF2B5EF4-FFF2-40B4-BE49-F238E27FC236}">
                <a16:creationId xmlns:a16="http://schemas.microsoft.com/office/drawing/2014/main" id="{0E16A991-238D-2196-BA16-28C388090F5D}"/>
              </a:ext>
            </a:extLst>
          </p:cNvPr>
          <p:cNvSpPr/>
          <p:nvPr/>
        </p:nvSpPr>
        <p:spPr>
          <a:xfrm>
            <a:off x="475488" y="2139696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4CE0CC">
              <a:alpha val="80000"/>
            </a:srgbClr>
          </a:solidFill>
          <a:ln w="12700">
            <a:solidFill>
              <a:srgbClr val="4CE0CC"/>
            </a:solidFill>
            <a:prstDash val="solid"/>
          </a:ln>
        </p:spPr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07113DAD-5CD2-EE82-420F-138ABC7CF50C}"/>
              </a:ext>
            </a:extLst>
          </p:cNvPr>
          <p:cNvSpPr/>
          <p:nvPr/>
        </p:nvSpPr>
        <p:spPr>
          <a:xfrm>
            <a:off x="475488" y="21396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Screen 2</a:t>
            </a:r>
            <a:endParaRPr lang="en-US" sz="900" dirty="0"/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4720AE41-A6C0-8596-C943-1AAE7851F44E}"/>
              </a:ext>
            </a:extLst>
          </p:cNvPr>
          <p:cNvSpPr/>
          <p:nvPr/>
        </p:nvSpPr>
        <p:spPr>
          <a:xfrm>
            <a:off x="1207008" y="201168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Consent &amp; Permissions</a:t>
            </a:r>
            <a:endParaRPr lang="en-US" sz="1300" dirty="0"/>
          </a:p>
        </p:txBody>
      </p:sp>
      <p:sp>
        <p:nvSpPr>
          <p:cNvPr id="11" name="Text 18">
            <a:extLst>
              <a:ext uri="{FF2B5EF4-FFF2-40B4-BE49-F238E27FC236}">
                <a16:creationId xmlns:a16="http://schemas.microsoft.com/office/drawing/2014/main" id="{D795EB4F-28A4-3D60-E8BA-B05930140364}"/>
              </a:ext>
            </a:extLst>
          </p:cNvPr>
          <p:cNvSpPr/>
          <p:nvPr/>
        </p:nvSpPr>
        <p:spPr>
          <a:xfrm>
            <a:off x="1207008" y="2286000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BDB"/>
                </a:solidFill>
              </a:rPr>
              <a:t>Shield header  ·  3 permission toggles  ·  ART-compliant privacy gate</a:t>
            </a:r>
            <a:endParaRPr lang="en-US" sz="900" dirty="0"/>
          </a:p>
        </p:txBody>
      </p:sp>
      <p:sp>
        <p:nvSpPr>
          <p:cNvPr id="12" name="Shape 19">
            <a:extLst>
              <a:ext uri="{FF2B5EF4-FFF2-40B4-BE49-F238E27FC236}">
                <a16:creationId xmlns:a16="http://schemas.microsoft.com/office/drawing/2014/main" id="{6C1CDD55-CBE4-F7B8-2D03-F1F2C224D5E8}"/>
              </a:ext>
            </a:extLst>
          </p:cNvPr>
          <p:cNvSpPr/>
          <p:nvPr/>
        </p:nvSpPr>
        <p:spPr>
          <a:xfrm>
            <a:off x="365760" y="2688336"/>
            <a:ext cx="5486400" cy="658368"/>
          </a:xfrm>
          <a:prstGeom prst="roundRect">
            <a:avLst>
              <a:gd name="adj" fmla="val 20833"/>
            </a:avLst>
          </a:prstGeom>
          <a:solidFill>
            <a:srgbClr val="312D9E">
              <a:alpha val="95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20">
            <a:extLst>
              <a:ext uri="{FF2B5EF4-FFF2-40B4-BE49-F238E27FC236}">
                <a16:creationId xmlns:a16="http://schemas.microsoft.com/office/drawing/2014/main" id="{E0F9491D-CECD-9B37-59BE-DEC62AE5327E}"/>
              </a:ext>
            </a:extLst>
          </p:cNvPr>
          <p:cNvSpPr/>
          <p:nvPr/>
        </p:nvSpPr>
        <p:spPr>
          <a:xfrm>
            <a:off x="475488" y="2889504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4CE0CC">
              <a:alpha val="80000"/>
            </a:srgbClr>
          </a:solidFill>
          <a:ln w="12700">
            <a:solidFill>
              <a:srgbClr val="4CE0CC"/>
            </a:solidFill>
            <a:prstDash val="solid"/>
          </a:ln>
        </p:spPr>
      </p:sp>
      <p:sp>
        <p:nvSpPr>
          <p:cNvPr id="14" name="Text 21">
            <a:extLst>
              <a:ext uri="{FF2B5EF4-FFF2-40B4-BE49-F238E27FC236}">
                <a16:creationId xmlns:a16="http://schemas.microsoft.com/office/drawing/2014/main" id="{73F46E7C-C4A9-9F5A-6744-6CA6567DBDFE}"/>
              </a:ext>
            </a:extLst>
          </p:cNvPr>
          <p:cNvSpPr/>
          <p:nvPr/>
        </p:nvSpPr>
        <p:spPr>
          <a:xfrm>
            <a:off x="475488" y="28895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Screen 3</a:t>
            </a:r>
            <a:endParaRPr lang="en-US" sz="900" dirty="0"/>
          </a:p>
        </p:txBody>
      </p:sp>
      <p:sp>
        <p:nvSpPr>
          <p:cNvPr id="15" name="Text 22">
            <a:extLst>
              <a:ext uri="{FF2B5EF4-FFF2-40B4-BE49-F238E27FC236}">
                <a16:creationId xmlns:a16="http://schemas.microsoft.com/office/drawing/2014/main" id="{8C821CFC-2189-8415-2DAE-FDD7650EF2FD}"/>
              </a:ext>
            </a:extLst>
          </p:cNvPr>
          <p:cNvSpPr/>
          <p:nvPr/>
        </p:nvSpPr>
        <p:spPr>
          <a:xfrm>
            <a:off x="1207008" y="276148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Home Dashboard</a:t>
            </a:r>
            <a:endParaRPr lang="en-US" sz="1300" dirty="0"/>
          </a:p>
        </p:txBody>
      </p:sp>
      <p:sp>
        <p:nvSpPr>
          <p:cNvPr id="16" name="Text 23">
            <a:extLst>
              <a:ext uri="{FF2B5EF4-FFF2-40B4-BE49-F238E27FC236}">
                <a16:creationId xmlns:a16="http://schemas.microsoft.com/office/drawing/2014/main" id="{AE898BA4-314F-0588-64AF-F86E19D58A79}"/>
              </a:ext>
            </a:extLst>
          </p:cNvPr>
          <p:cNvSpPr/>
          <p:nvPr/>
        </p:nvSpPr>
        <p:spPr>
          <a:xfrm>
            <a:off x="1207008" y="3035808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BDB"/>
                </a:solidFill>
              </a:rPr>
              <a:t>SVG circular speed gauge  ·  Reliability Score bar  ·  Live network status dot</a:t>
            </a:r>
            <a:endParaRPr lang="en-US" sz="900" dirty="0"/>
          </a:p>
        </p:txBody>
      </p:sp>
      <p:sp>
        <p:nvSpPr>
          <p:cNvPr id="17" name="Shape 24">
            <a:extLst>
              <a:ext uri="{FF2B5EF4-FFF2-40B4-BE49-F238E27FC236}">
                <a16:creationId xmlns:a16="http://schemas.microsoft.com/office/drawing/2014/main" id="{BE84E65F-0290-ECD1-330E-19265C9411E6}"/>
              </a:ext>
            </a:extLst>
          </p:cNvPr>
          <p:cNvSpPr/>
          <p:nvPr/>
        </p:nvSpPr>
        <p:spPr>
          <a:xfrm>
            <a:off x="365760" y="3438144"/>
            <a:ext cx="5486400" cy="658368"/>
          </a:xfrm>
          <a:prstGeom prst="roundRect">
            <a:avLst>
              <a:gd name="adj" fmla="val 20833"/>
            </a:avLst>
          </a:prstGeom>
          <a:solidFill>
            <a:srgbClr val="312D9E">
              <a:alpha val="95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25">
            <a:extLst>
              <a:ext uri="{FF2B5EF4-FFF2-40B4-BE49-F238E27FC236}">
                <a16:creationId xmlns:a16="http://schemas.microsoft.com/office/drawing/2014/main" id="{5BFA7CDB-EC35-FDD5-08EA-960CA57B5D03}"/>
              </a:ext>
            </a:extLst>
          </p:cNvPr>
          <p:cNvSpPr/>
          <p:nvPr/>
        </p:nvSpPr>
        <p:spPr>
          <a:xfrm>
            <a:off x="475488" y="3639312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4CE0CC">
              <a:alpha val="80000"/>
            </a:srgbClr>
          </a:solidFill>
          <a:ln w="12700">
            <a:solidFill>
              <a:srgbClr val="4CE0CC"/>
            </a:solidFill>
            <a:prstDash val="solid"/>
          </a:ln>
        </p:spPr>
      </p:sp>
      <p:sp>
        <p:nvSpPr>
          <p:cNvPr id="19" name="Text 26">
            <a:extLst>
              <a:ext uri="{FF2B5EF4-FFF2-40B4-BE49-F238E27FC236}">
                <a16:creationId xmlns:a16="http://schemas.microsoft.com/office/drawing/2014/main" id="{2EAF7A5C-59BA-E100-140F-A7CCC1EC4BDA}"/>
              </a:ext>
            </a:extLst>
          </p:cNvPr>
          <p:cNvSpPr/>
          <p:nvPr/>
        </p:nvSpPr>
        <p:spPr>
          <a:xfrm>
            <a:off x="475488" y="363931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Screen 4</a:t>
            </a:r>
            <a:endParaRPr lang="en-US" sz="900" dirty="0"/>
          </a:p>
        </p:txBody>
      </p:sp>
      <p:sp>
        <p:nvSpPr>
          <p:cNvPr id="20" name="Text 27">
            <a:extLst>
              <a:ext uri="{FF2B5EF4-FFF2-40B4-BE49-F238E27FC236}">
                <a16:creationId xmlns:a16="http://schemas.microsoft.com/office/drawing/2014/main" id="{3952622D-047F-E33F-DC97-132F932B483B}"/>
              </a:ext>
            </a:extLst>
          </p:cNvPr>
          <p:cNvSpPr/>
          <p:nvPr/>
        </p:nvSpPr>
        <p:spPr>
          <a:xfrm>
            <a:off x="1207008" y="351129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Performance History</a:t>
            </a:r>
            <a:endParaRPr lang="en-US" sz="1300" dirty="0"/>
          </a:p>
        </p:txBody>
      </p:sp>
      <p:sp>
        <p:nvSpPr>
          <p:cNvPr id="21" name="Text 28">
            <a:extLst>
              <a:ext uri="{FF2B5EF4-FFF2-40B4-BE49-F238E27FC236}">
                <a16:creationId xmlns:a16="http://schemas.microsoft.com/office/drawing/2014/main" id="{EA922FF5-679C-609A-5A08-CC90214E2AC6}"/>
              </a:ext>
            </a:extLst>
          </p:cNvPr>
          <p:cNvSpPr/>
          <p:nvPr/>
        </p:nvSpPr>
        <p:spPr>
          <a:xfrm>
            <a:off x="1207008" y="378561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BDB"/>
                </a:solidFill>
              </a:rPr>
              <a:t>7-day trend chart (SVG)  ·  Avg + peak speed stats  ·  No-service event flags</a:t>
            </a:r>
            <a:endParaRPr lang="en-US" sz="900" dirty="0"/>
          </a:p>
        </p:txBody>
      </p:sp>
      <p:sp>
        <p:nvSpPr>
          <p:cNvPr id="22" name="Shape 29">
            <a:extLst>
              <a:ext uri="{FF2B5EF4-FFF2-40B4-BE49-F238E27FC236}">
                <a16:creationId xmlns:a16="http://schemas.microsoft.com/office/drawing/2014/main" id="{432C4210-9664-35AE-F91D-8B156953D7FD}"/>
              </a:ext>
            </a:extLst>
          </p:cNvPr>
          <p:cNvSpPr/>
          <p:nvPr/>
        </p:nvSpPr>
        <p:spPr>
          <a:xfrm>
            <a:off x="365760" y="4187952"/>
            <a:ext cx="5486400" cy="658368"/>
          </a:xfrm>
          <a:prstGeom prst="roundRect">
            <a:avLst>
              <a:gd name="adj" fmla="val 20833"/>
            </a:avLst>
          </a:prstGeom>
          <a:solidFill>
            <a:srgbClr val="312D9E">
              <a:alpha val="95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30">
            <a:extLst>
              <a:ext uri="{FF2B5EF4-FFF2-40B4-BE49-F238E27FC236}">
                <a16:creationId xmlns:a16="http://schemas.microsoft.com/office/drawing/2014/main" id="{572CBBA3-879F-339F-83D6-E25EB34C3B54}"/>
              </a:ext>
            </a:extLst>
          </p:cNvPr>
          <p:cNvSpPr/>
          <p:nvPr/>
        </p:nvSpPr>
        <p:spPr>
          <a:xfrm>
            <a:off x="475488" y="4389120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4CE0CC">
              <a:alpha val="80000"/>
            </a:srgbClr>
          </a:solidFill>
          <a:ln w="12700">
            <a:solidFill>
              <a:srgbClr val="4CE0CC"/>
            </a:solidFill>
            <a:prstDash val="solid"/>
          </a:ln>
        </p:spPr>
      </p:sp>
      <p:sp>
        <p:nvSpPr>
          <p:cNvPr id="24" name="Text 31">
            <a:extLst>
              <a:ext uri="{FF2B5EF4-FFF2-40B4-BE49-F238E27FC236}">
                <a16:creationId xmlns:a16="http://schemas.microsoft.com/office/drawing/2014/main" id="{2F7732F1-D08B-01A4-21FE-70CFB8438F98}"/>
              </a:ext>
            </a:extLst>
          </p:cNvPr>
          <p:cNvSpPr/>
          <p:nvPr/>
        </p:nvSpPr>
        <p:spPr>
          <a:xfrm>
            <a:off x="475488" y="43891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E0CC"/>
                </a:solidFill>
              </a:rPr>
              <a:t>Screen 5</a:t>
            </a:r>
            <a:endParaRPr lang="en-US" sz="900" dirty="0"/>
          </a:p>
        </p:txBody>
      </p:sp>
      <p:sp>
        <p:nvSpPr>
          <p:cNvPr id="25" name="Text 32">
            <a:extLst>
              <a:ext uri="{FF2B5EF4-FFF2-40B4-BE49-F238E27FC236}">
                <a16:creationId xmlns:a16="http://schemas.microsoft.com/office/drawing/2014/main" id="{EEC1DC49-A5B6-B4F9-1BCB-E6B2F48169DE}"/>
              </a:ext>
            </a:extLst>
          </p:cNvPr>
          <p:cNvSpPr/>
          <p:nvPr/>
        </p:nvSpPr>
        <p:spPr>
          <a:xfrm>
            <a:off x="1207008" y="426110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Settings &amp; Privacy</a:t>
            </a:r>
            <a:endParaRPr lang="en-US" sz="1300" dirty="0"/>
          </a:p>
        </p:txBody>
      </p:sp>
      <p:sp>
        <p:nvSpPr>
          <p:cNvPr id="26" name="Text 33">
            <a:extLst>
              <a:ext uri="{FF2B5EF4-FFF2-40B4-BE49-F238E27FC236}">
                <a16:creationId xmlns:a16="http://schemas.microsoft.com/office/drawing/2014/main" id="{A260C2CB-4D96-544D-EEDF-3E09E4539D83}"/>
              </a:ext>
            </a:extLst>
          </p:cNvPr>
          <p:cNvSpPr/>
          <p:nvPr/>
        </p:nvSpPr>
        <p:spPr>
          <a:xfrm>
            <a:off x="1207008" y="4535424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BDB"/>
                </a:solidFill>
              </a:rPr>
              <a:t>Data collection toggles  ·  Wi-Fi only upload option  ·  Destructive purge action</a:t>
            </a:r>
            <a:endParaRPr lang="en-US" sz="900" dirty="0"/>
          </a:p>
        </p:txBody>
      </p:sp>
      <p:sp>
        <p:nvSpPr>
          <p:cNvPr id="27" name="Shape 34">
            <a:extLst>
              <a:ext uri="{FF2B5EF4-FFF2-40B4-BE49-F238E27FC236}">
                <a16:creationId xmlns:a16="http://schemas.microsoft.com/office/drawing/2014/main" id="{8484A2EF-BE1D-F639-D5DE-6BDECD427CE3}"/>
              </a:ext>
            </a:extLst>
          </p:cNvPr>
          <p:cNvSpPr/>
          <p:nvPr/>
        </p:nvSpPr>
        <p:spPr>
          <a:xfrm>
            <a:off x="6070745" y="969264"/>
            <a:ext cx="2651760" cy="3840480"/>
          </a:xfrm>
          <a:prstGeom prst="roundRect">
            <a:avLst>
              <a:gd name="adj" fmla="val 5172"/>
            </a:avLst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973438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73"/>
          <p:cNvSpPr/>
          <p:nvPr/>
        </p:nvSpPr>
        <p:spPr>
          <a:xfrm>
            <a:off x="6471600" y="2312198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8" name="Google Shape;1358;p73"/>
          <p:cNvSpPr/>
          <p:nvPr/>
        </p:nvSpPr>
        <p:spPr>
          <a:xfrm>
            <a:off x="6471600" y="3645408"/>
            <a:ext cx="1952400" cy="48400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9" name="Google Shape;1359;p73"/>
          <p:cNvSpPr/>
          <p:nvPr/>
        </p:nvSpPr>
        <p:spPr>
          <a:xfrm>
            <a:off x="2571188" y="3791314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0" name="Google Shape;1360;p73"/>
          <p:cNvSpPr/>
          <p:nvPr/>
        </p:nvSpPr>
        <p:spPr>
          <a:xfrm>
            <a:off x="2571188" y="2312198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1" name="Google Shape;1361;p7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Frontend Implementation</a:t>
            </a:r>
            <a:endParaRPr dirty="0"/>
          </a:p>
        </p:txBody>
      </p:sp>
      <p:sp>
        <p:nvSpPr>
          <p:cNvPr id="1362" name="Google Shape;1362;p73"/>
          <p:cNvSpPr txBox="1">
            <a:spLocks noGrp="1"/>
          </p:cNvSpPr>
          <p:nvPr>
            <p:ph type="subTitle" idx="6"/>
          </p:nvPr>
        </p:nvSpPr>
        <p:spPr>
          <a:xfrm>
            <a:off x="2503608" y="4121264"/>
            <a:ext cx="2176529" cy="6579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/>
              <a:t>Single codebase for Android (54%) + iOS (46%) in Cameroon's market.</a:t>
            </a:r>
          </a:p>
        </p:txBody>
      </p:sp>
      <p:sp>
        <p:nvSpPr>
          <p:cNvPr id="1363" name="Google Shape;1363;p73"/>
          <p:cNvSpPr txBox="1">
            <a:spLocks noGrp="1"/>
          </p:cNvSpPr>
          <p:nvPr>
            <p:ph type="title" idx="2"/>
          </p:nvPr>
        </p:nvSpPr>
        <p:spPr>
          <a:xfrm>
            <a:off x="2612823" y="2395871"/>
            <a:ext cx="1894567" cy="1758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Fast Refresh</a:t>
            </a:r>
            <a:endParaRPr dirty="0"/>
          </a:p>
        </p:txBody>
      </p:sp>
      <p:sp>
        <p:nvSpPr>
          <p:cNvPr id="1364" name="Google Shape;1364;p73"/>
          <p:cNvSpPr txBox="1">
            <a:spLocks noGrp="1"/>
          </p:cNvSpPr>
          <p:nvPr>
            <p:ph type="subTitle" idx="1"/>
          </p:nvPr>
        </p:nvSpPr>
        <p:spPr>
          <a:xfrm>
            <a:off x="2464823" y="2618850"/>
            <a:ext cx="2091215" cy="8693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>
                <a:solidFill>
                  <a:srgbClr val="E8E6FF"/>
                </a:solidFill>
              </a:rPr>
              <a:t>Instant visual feedback via Expo Go over local Wi-Fi. No rebuild cycle.</a:t>
            </a:r>
            <a:endParaRPr lang="en-US" dirty="0"/>
          </a:p>
        </p:txBody>
      </p:sp>
      <p:sp>
        <p:nvSpPr>
          <p:cNvPr id="1365" name="Google Shape;1365;p73"/>
          <p:cNvSpPr txBox="1">
            <a:spLocks noGrp="1"/>
          </p:cNvSpPr>
          <p:nvPr>
            <p:ph type="title" idx="3"/>
          </p:nvPr>
        </p:nvSpPr>
        <p:spPr>
          <a:xfrm>
            <a:off x="6500760" y="2260295"/>
            <a:ext cx="2177578" cy="4657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File-Based Routing</a:t>
            </a:r>
            <a:endParaRPr dirty="0"/>
          </a:p>
        </p:txBody>
      </p:sp>
      <p:sp>
        <p:nvSpPr>
          <p:cNvPr id="1366" name="Google Shape;1366;p73"/>
          <p:cNvSpPr txBox="1">
            <a:spLocks noGrp="1"/>
          </p:cNvSpPr>
          <p:nvPr>
            <p:ph type="subTitle" idx="4"/>
          </p:nvPr>
        </p:nvSpPr>
        <p:spPr>
          <a:xfrm>
            <a:off x="6384663" y="2763909"/>
            <a:ext cx="2332016" cy="6697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>
                <a:solidFill>
                  <a:srgbClr val="E8E6FF"/>
                </a:solidFill>
              </a:rPr>
              <a:t>Expo Router: creating app/(tabs)/</a:t>
            </a:r>
            <a:r>
              <a:rPr lang="en-US" dirty="0" err="1">
                <a:solidFill>
                  <a:srgbClr val="E8E6FF"/>
                </a:solidFill>
              </a:rPr>
              <a:t>home.tsx</a:t>
            </a:r>
            <a:r>
              <a:rPr lang="en-US" dirty="0">
                <a:solidFill>
                  <a:srgbClr val="E8E6FF"/>
                </a:solidFill>
              </a:rPr>
              <a:t> auto-registers the /home route.</a:t>
            </a:r>
            <a:endParaRPr lang="en-US" dirty="0"/>
          </a:p>
        </p:txBody>
      </p:sp>
      <p:sp>
        <p:nvSpPr>
          <p:cNvPr id="1367" name="Google Shape;1367;p73"/>
          <p:cNvSpPr txBox="1">
            <a:spLocks noGrp="1"/>
          </p:cNvSpPr>
          <p:nvPr>
            <p:ph type="title" idx="5"/>
          </p:nvPr>
        </p:nvSpPr>
        <p:spPr>
          <a:xfrm>
            <a:off x="2554491" y="3789304"/>
            <a:ext cx="2131101" cy="35986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Cross-Platforms</a:t>
            </a:r>
            <a:endParaRPr dirty="0"/>
          </a:p>
        </p:txBody>
      </p:sp>
      <p:sp>
        <p:nvSpPr>
          <p:cNvPr id="1368" name="Google Shape;1368;p73"/>
          <p:cNvSpPr txBox="1">
            <a:spLocks noGrp="1"/>
          </p:cNvSpPr>
          <p:nvPr>
            <p:ph type="title" idx="7"/>
          </p:nvPr>
        </p:nvSpPr>
        <p:spPr>
          <a:xfrm>
            <a:off x="6717535" y="3809269"/>
            <a:ext cx="1494767" cy="1994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Native modules</a:t>
            </a:r>
            <a:endParaRPr dirty="0"/>
          </a:p>
        </p:txBody>
      </p:sp>
      <p:sp>
        <p:nvSpPr>
          <p:cNvPr id="1369" name="Google Shape;1369;p73"/>
          <p:cNvSpPr txBox="1">
            <a:spLocks noGrp="1"/>
          </p:cNvSpPr>
          <p:nvPr>
            <p:ph type="subTitle" idx="8"/>
          </p:nvPr>
        </p:nvSpPr>
        <p:spPr>
          <a:xfrm>
            <a:off x="6629104" y="4129436"/>
            <a:ext cx="2103904" cy="6697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>
                <a:solidFill>
                  <a:srgbClr val="E8E6FF"/>
                </a:solidFill>
              </a:rPr>
              <a:t>Camera, haptics, splash screen, linear gradient — zero native code edits.</a:t>
            </a:r>
            <a:endParaRPr lang="en-US" dirty="0"/>
          </a:p>
        </p:txBody>
      </p:sp>
      <p:sp>
        <p:nvSpPr>
          <p:cNvPr id="1370" name="Google Shape;1370;p73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73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2" name="Google Shape;1372;p73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73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73"/>
          <p:cNvSpPr/>
          <p:nvPr/>
        </p:nvSpPr>
        <p:spPr>
          <a:xfrm>
            <a:off x="920829" y="2312190"/>
            <a:ext cx="1497900" cy="869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5" name="Google Shape;1375;p73"/>
          <p:cNvGrpSpPr/>
          <p:nvPr/>
        </p:nvGrpSpPr>
        <p:grpSpPr>
          <a:xfrm>
            <a:off x="971675" y="2370601"/>
            <a:ext cx="1343382" cy="72115"/>
            <a:chOff x="3569131" y="3296864"/>
            <a:chExt cx="2721600" cy="146100"/>
          </a:xfrm>
        </p:grpSpPr>
        <p:sp>
          <p:nvSpPr>
            <p:cNvPr id="1376" name="Google Shape;1376;p73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7" name="Google Shape;1377;p73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378" name="Google Shape;1378;p73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7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73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81" name="Google Shape;1381;p73"/>
          <p:cNvSpPr/>
          <p:nvPr/>
        </p:nvSpPr>
        <p:spPr>
          <a:xfrm>
            <a:off x="1362411" y="2499414"/>
            <a:ext cx="614700" cy="6147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800" dirty="0"/>
              <a:t>⚡</a:t>
            </a:r>
          </a:p>
        </p:txBody>
      </p:sp>
      <p:sp>
        <p:nvSpPr>
          <p:cNvPr id="1382" name="Google Shape;1382;p73"/>
          <p:cNvSpPr/>
          <p:nvPr/>
        </p:nvSpPr>
        <p:spPr>
          <a:xfrm>
            <a:off x="4821354" y="2312190"/>
            <a:ext cx="1497900" cy="869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3" name="Google Shape;1383;p73"/>
          <p:cNvGrpSpPr/>
          <p:nvPr/>
        </p:nvGrpSpPr>
        <p:grpSpPr>
          <a:xfrm>
            <a:off x="4871959" y="2370707"/>
            <a:ext cx="1343110" cy="72115"/>
            <a:chOff x="3569131" y="3296864"/>
            <a:chExt cx="2721600" cy="146100"/>
          </a:xfrm>
        </p:grpSpPr>
        <p:sp>
          <p:nvSpPr>
            <p:cNvPr id="1384" name="Google Shape;1384;p73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85" name="Google Shape;1385;p73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386" name="Google Shape;1386;p73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7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73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89" name="Google Shape;1389;p73"/>
          <p:cNvSpPr/>
          <p:nvPr/>
        </p:nvSpPr>
        <p:spPr>
          <a:xfrm>
            <a:off x="5262907" y="2499402"/>
            <a:ext cx="614700" cy="614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0" name="Google Shape;1390;p73"/>
          <p:cNvSpPr/>
          <p:nvPr/>
        </p:nvSpPr>
        <p:spPr>
          <a:xfrm>
            <a:off x="920829" y="3791315"/>
            <a:ext cx="1497900" cy="869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1" name="Google Shape;1391;p73"/>
          <p:cNvGrpSpPr/>
          <p:nvPr/>
        </p:nvGrpSpPr>
        <p:grpSpPr>
          <a:xfrm>
            <a:off x="971675" y="3849726"/>
            <a:ext cx="1343382" cy="72115"/>
            <a:chOff x="3569131" y="3296864"/>
            <a:chExt cx="2721600" cy="146100"/>
          </a:xfrm>
        </p:grpSpPr>
        <p:sp>
          <p:nvSpPr>
            <p:cNvPr id="1392" name="Google Shape;1392;p73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3" name="Google Shape;1393;p73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394" name="Google Shape;1394;p73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7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73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97" name="Google Shape;1397;p73"/>
          <p:cNvSpPr/>
          <p:nvPr/>
        </p:nvSpPr>
        <p:spPr>
          <a:xfrm>
            <a:off x="1362411" y="3978539"/>
            <a:ext cx="614700" cy="6147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8" name="Google Shape;1398;p73"/>
          <p:cNvSpPr/>
          <p:nvPr/>
        </p:nvSpPr>
        <p:spPr>
          <a:xfrm>
            <a:off x="4821354" y="3791315"/>
            <a:ext cx="1497900" cy="869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9" name="Google Shape;1399;p73"/>
          <p:cNvGrpSpPr/>
          <p:nvPr/>
        </p:nvGrpSpPr>
        <p:grpSpPr>
          <a:xfrm>
            <a:off x="4871959" y="3849832"/>
            <a:ext cx="1343110" cy="72115"/>
            <a:chOff x="3569131" y="3296864"/>
            <a:chExt cx="2721600" cy="146100"/>
          </a:xfrm>
        </p:grpSpPr>
        <p:sp>
          <p:nvSpPr>
            <p:cNvPr id="1400" name="Google Shape;1400;p73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01" name="Google Shape;1401;p73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402" name="Google Shape;1402;p73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7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73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05" name="Google Shape;1405;p73"/>
          <p:cNvSpPr/>
          <p:nvPr/>
        </p:nvSpPr>
        <p:spPr>
          <a:xfrm>
            <a:off x="5262907" y="3978527"/>
            <a:ext cx="614700" cy="6147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10" name="Google Shape;1410;p73"/>
          <p:cNvGrpSpPr/>
          <p:nvPr/>
        </p:nvGrpSpPr>
        <p:grpSpPr>
          <a:xfrm>
            <a:off x="5404206" y="2661645"/>
            <a:ext cx="332330" cy="293059"/>
            <a:chOff x="4464150" y="3979125"/>
            <a:chExt cx="373825" cy="329650"/>
          </a:xfrm>
        </p:grpSpPr>
        <p:sp>
          <p:nvSpPr>
            <p:cNvPr id="1411" name="Google Shape;1411;p73"/>
            <p:cNvSpPr/>
            <p:nvPr/>
          </p:nvSpPr>
          <p:spPr>
            <a:xfrm>
              <a:off x="4537750" y="4154875"/>
              <a:ext cx="18750" cy="32575"/>
            </a:xfrm>
            <a:custGeom>
              <a:avLst/>
              <a:gdLst/>
              <a:ahLst/>
              <a:cxnLst/>
              <a:rect l="l" t="t" r="r" b="b"/>
              <a:pathLst>
                <a:path w="750" h="1303" extrusionOk="0">
                  <a:moveTo>
                    <a:pt x="750" y="0"/>
                  </a:moveTo>
                  <a:cubicBezTo>
                    <a:pt x="553" y="339"/>
                    <a:pt x="286" y="821"/>
                    <a:pt x="0" y="1303"/>
                  </a:cubicBezTo>
                  <a:lnTo>
                    <a:pt x="750" y="1303"/>
                  </a:lnTo>
                  <a:cubicBezTo>
                    <a:pt x="750" y="821"/>
                    <a:pt x="750" y="357"/>
                    <a:pt x="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73"/>
            <p:cNvSpPr/>
            <p:nvPr/>
          </p:nvSpPr>
          <p:spPr>
            <a:xfrm>
              <a:off x="4771925" y="3979125"/>
              <a:ext cx="66050" cy="65600"/>
            </a:xfrm>
            <a:custGeom>
              <a:avLst/>
              <a:gdLst/>
              <a:ahLst/>
              <a:cxnLst/>
              <a:rect l="l" t="t" r="r" b="b"/>
              <a:pathLst>
                <a:path w="2642" h="2624" extrusionOk="0">
                  <a:moveTo>
                    <a:pt x="1" y="0"/>
                  </a:moveTo>
                  <a:lnTo>
                    <a:pt x="1" y="2623"/>
                  </a:lnTo>
                  <a:lnTo>
                    <a:pt x="2641" y="2623"/>
                  </a:lnTo>
                  <a:lnTo>
                    <a:pt x="2641" y="429"/>
                  </a:lnTo>
                  <a:cubicBezTo>
                    <a:pt x="2641" y="197"/>
                    <a:pt x="2445" y="0"/>
                    <a:pt x="21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73"/>
            <p:cNvSpPr/>
            <p:nvPr/>
          </p:nvSpPr>
          <p:spPr>
            <a:xfrm>
              <a:off x="4464150" y="3979125"/>
              <a:ext cx="285950" cy="65600"/>
            </a:xfrm>
            <a:custGeom>
              <a:avLst/>
              <a:gdLst/>
              <a:ahLst/>
              <a:cxnLst/>
              <a:rect l="l" t="t" r="r" b="b"/>
              <a:pathLst>
                <a:path w="11438" h="2624" extrusionOk="0">
                  <a:moveTo>
                    <a:pt x="428" y="0"/>
                  </a:moveTo>
                  <a:cubicBezTo>
                    <a:pt x="197" y="0"/>
                    <a:pt x="0" y="197"/>
                    <a:pt x="0" y="429"/>
                  </a:cubicBezTo>
                  <a:lnTo>
                    <a:pt x="0" y="2623"/>
                  </a:lnTo>
                  <a:lnTo>
                    <a:pt x="11437" y="2623"/>
                  </a:lnTo>
                  <a:lnTo>
                    <a:pt x="1143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73"/>
            <p:cNvSpPr/>
            <p:nvPr/>
          </p:nvSpPr>
          <p:spPr>
            <a:xfrm>
              <a:off x="4634100" y="4137925"/>
              <a:ext cx="33475" cy="78075"/>
            </a:xfrm>
            <a:custGeom>
              <a:avLst/>
              <a:gdLst/>
              <a:ahLst/>
              <a:cxnLst/>
              <a:rect l="l" t="t" r="r" b="b"/>
              <a:pathLst>
                <a:path w="1339" h="3123" extrusionOk="0">
                  <a:moveTo>
                    <a:pt x="678" y="0"/>
                  </a:moveTo>
                  <a:cubicBezTo>
                    <a:pt x="304" y="0"/>
                    <a:pt x="0" y="304"/>
                    <a:pt x="0" y="678"/>
                  </a:cubicBezTo>
                  <a:lnTo>
                    <a:pt x="0" y="2445"/>
                  </a:lnTo>
                  <a:cubicBezTo>
                    <a:pt x="0" y="2819"/>
                    <a:pt x="304" y="3123"/>
                    <a:pt x="678" y="3123"/>
                  </a:cubicBezTo>
                  <a:cubicBezTo>
                    <a:pt x="1035" y="3123"/>
                    <a:pt x="1338" y="2819"/>
                    <a:pt x="1338" y="2445"/>
                  </a:cubicBezTo>
                  <a:lnTo>
                    <a:pt x="1338" y="678"/>
                  </a:lnTo>
                  <a:cubicBezTo>
                    <a:pt x="1338" y="304"/>
                    <a:pt x="1035" y="0"/>
                    <a:pt x="6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73"/>
            <p:cNvSpPr/>
            <p:nvPr/>
          </p:nvSpPr>
          <p:spPr>
            <a:xfrm>
              <a:off x="4741150" y="4154875"/>
              <a:ext cx="18325" cy="32575"/>
            </a:xfrm>
            <a:custGeom>
              <a:avLst/>
              <a:gdLst/>
              <a:ahLst/>
              <a:cxnLst/>
              <a:rect l="l" t="t" r="r" b="b"/>
              <a:pathLst>
                <a:path w="733" h="1303" extrusionOk="0">
                  <a:moveTo>
                    <a:pt x="732" y="0"/>
                  </a:moveTo>
                  <a:cubicBezTo>
                    <a:pt x="536" y="339"/>
                    <a:pt x="268" y="821"/>
                    <a:pt x="1" y="1303"/>
                  </a:cubicBezTo>
                  <a:lnTo>
                    <a:pt x="732" y="1303"/>
                  </a:lnTo>
                  <a:cubicBezTo>
                    <a:pt x="732" y="821"/>
                    <a:pt x="732" y="357"/>
                    <a:pt x="7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73"/>
            <p:cNvSpPr/>
            <p:nvPr/>
          </p:nvSpPr>
          <p:spPr>
            <a:xfrm>
              <a:off x="4464150" y="4066550"/>
              <a:ext cx="373825" cy="242225"/>
            </a:xfrm>
            <a:custGeom>
              <a:avLst/>
              <a:gdLst/>
              <a:ahLst/>
              <a:cxnLst/>
              <a:rect l="l" t="t" r="r" b="b"/>
              <a:pathLst>
                <a:path w="14953" h="9689" extrusionOk="0">
                  <a:moveTo>
                    <a:pt x="3909" y="2136"/>
                  </a:moveTo>
                  <a:cubicBezTo>
                    <a:pt x="3967" y="2136"/>
                    <a:pt x="4027" y="2144"/>
                    <a:pt x="4086" y="2159"/>
                  </a:cubicBezTo>
                  <a:cubicBezTo>
                    <a:pt x="4354" y="2249"/>
                    <a:pt x="4532" y="2498"/>
                    <a:pt x="4550" y="2802"/>
                  </a:cubicBezTo>
                  <a:cubicBezTo>
                    <a:pt x="4568" y="2944"/>
                    <a:pt x="4568" y="3926"/>
                    <a:pt x="4568" y="4836"/>
                  </a:cubicBezTo>
                  <a:lnTo>
                    <a:pt x="4604" y="4836"/>
                  </a:lnTo>
                  <a:cubicBezTo>
                    <a:pt x="4853" y="4836"/>
                    <a:pt x="5050" y="5032"/>
                    <a:pt x="5050" y="5282"/>
                  </a:cubicBezTo>
                  <a:cubicBezTo>
                    <a:pt x="5050" y="5514"/>
                    <a:pt x="4853" y="5710"/>
                    <a:pt x="4604" y="5710"/>
                  </a:cubicBezTo>
                  <a:lnTo>
                    <a:pt x="4550" y="5710"/>
                  </a:lnTo>
                  <a:cubicBezTo>
                    <a:pt x="4550" y="6031"/>
                    <a:pt x="4550" y="6281"/>
                    <a:pt x="4550" y="6406"/>
                  </a:cubicBezTo>
                  <a:cubicBezTo>
                    <a:pt x="4550" y="6656"/>
                    <a:pt x="4354" y="6852"/>
                    <a:pt x="4104" y="6852"/>
                  </a:cubicBezTo>
                  <a:cubicBezTo>
                    <a:pt x="3872" y="6834"/>
                    <a:pt x="3676" y="6638"/>
                    <a:pt x="3676" y="6406"/>
                  </a:cubicBezTo>
                  <a:cubicBezTo>
                    <a:pt x="3676" y="6192"/>
                    <a:pt x="3676" y="5960"/>
                    <a:pt x="3676" y="5710"/>
                  </a:cubicBezTo>
                  <a:lnTo>
                    <a:pt x="2195" y="5710"/>
                  </a:lnTo>
                  <a:cubicBezTo>
                    <a:pt x="2052" y="5710"/>
                    <a:pt x="1909" y="5639"/>
                    <a:pt x="1820" y="5496"/>
                  </a:cubicBezTo>
                  <a:cubicBezTo>
                    <a:pt x="1749" y="5371"/>
                    <a:pt x="1749" y="5193"/>
                    <a:pt x="1820" y="5068"/>
                  </a:cubicBezTo>
                  <a:cubicBezTo>
                    <a:pt x="2124" y="4515"/>
                    <a:pt x="3123" y="2695"/>
                    <a:pt x="3355" y="2427"/>
                  </a:cubicBezTo>
                  <a:cubicBezTo>
                    <a:pt x="3507" y="2233"/>
                    <a:pt x="3703" y="2136"/>
                    <a:pt x="3909" y="2136"/>
                  </a:cubicBezTo>
                  <a:close/>
                  <a:moveTo>
                    <a:pt x="7476" y="1981"/>
                  </a:moveTo>
                  <a:cubicBezTo>
                    <a:pt x="8333" y="1981"/>
                    <a:pt x="9011" y="2677"/>
                    <a:pt x="9011" y="3533"/>
                  </a:cubicBezTo>
                  <a:lnTo>
                    <a:pt x="9011" y="5300"/>
                  </a:lnTo>
                  <a:cubicBezTo>
                    <a:pt x="9011" y="6156"/>
                    <a:pt x="8333" y="6852"/>
                    <a:pt x="7476" y="6852"/>
                  </a:cubicBezTo>
                  <a:cubicBezTo>
                    <a:pt x="6620" y="6852"/>
                    <a:pt x="5924" y="6156"/>
                    <a:pt x="5924" y="5300"/>
                  </a:cubicBezTo>
                  <a:lnTo>
                    <a:pt x="5924" y="3533"/>
                  </a:lnTo>
                  <a:cubicBezTo>
                    <a:pt x="5924" y="2677"/>
                    <a:pt x="6620" y="1981"/>
                    <a:pt x="7476" y="1981"/>
                  </a:cubicBezTo>
                  <a:close/>
                  <a:moveTo>
                    <a:pt x="12045" y="2136"/>
                  </a:moveTo>
                  <a:cubicBezTo>
                    <a:pt x="12104" y="2136"/>
                    <a:pt x="12163" y="2144"/>
                    <a:pt x="12222" y="2159"/>
                  </a:cubicBezTo>
                  <a:cubicBezTo>
                    <a:pt x="12472" y="2249"/>
                    <a:pt x="12669" y="2498"/>
                    <a:pt x="12686" y="2802"/>
                  </a:cubicBezTo>
                  <a:cubicBezTo>
                    <a:pt x="12704" y="2944"/>
                    <a:pt x="12704" y="3926"/>
                    <a:pt x="12686" y="4836"/>
                  </a:cubicBezTo>
                  <a:lnTo>
                    <a:pt x="12740" y="4836"/>
                  </a:lnTo>
                  <a:cubicBezTo>
                    <a:pt x="12990" y="4836"/>
                    <a:pt x="13186" y="5032"/>
                    <a:pt x="13186" y="5282"/>
                  </a:cubicBezTo>
                  <a:cubicBezTo>
                    <a:pt x="13186" y="5514"/>
                    <a:pt x="12990" y="5710"/>
                    <a:pt x="12740" y="5710"/>
                  </a:cubicBezTo>
                  <a:lnTo>
                    <a:pt x="12686" y="5710"/>
                  </a:lnTo>
                  <a:cubicBezTo>
                    <a:pt x="12686" y="6031"/>
                    <a:pt x="12686" y="6281"/>
                    <a:pt x="12686" y="6406"/>
                  </a:cubicBezTo>
                  <a:cubicBezTo>
                    <a:pt x="12669" y="6656"/>
                    <a:pt x="12490" y="6852"/>
                    <a:pt x="12240" y="6852"/>
                  </a:cubicBezTo>
                  <a:cubicBezTo>
                    <a:pt x="11991" y="6834"/>
                    <a:pt x="11794" y="6638"/>
                    <a:pt x="11812" y="6406"/>
                  </a:cubicBezTo>
                  <a:cubicBezTo>
                    <a:pt x="11812" y="6192"/>
                    <a:pt x="11812" y="5960"/>
                    <a:pt x="11812" y="5710"/>
                  </a:cubicBezTo>
                  <a:lnTo>
                    <a:pt x="10331" y="5710"/>
                  </a:lnTo>
                  <a:cubicBezTo>
                    <a:pt x="10171" y="5710"/>
                    <a:pt x="10028" y="5639"/>
                    <a:pt x="9956" y="5496"/>
                  </a:cubicBezTo>
                  <a:cubicBezTo>
                    <a:pt x="9885" y="5371"/>
                    <a:pt x="9867" y="5193"/>
                    <a:pt x="9956" y="5068"/>
                  </a:cubicBezTo>
                  <a:cubicBezTo>
                    <a:pt x="10260" y="4515"/>
                    <a:pt x="11259" y="2695"/>
                    <a:pt x="11473" y="2427"/>
                  </a:cubicBezTo>
                  <a:cubicBezTo>
                    <a:pt x="11640" y="2233"/>
                    <a:pt x="11839" y="2136"/>
                    <a:pt x="12045" y="2136"/>
                  </a:cubicBezTo>
                  <a:close/>
                  <a:moveTo>
                    <a:pt x="0" y="0"/>
                  </a:moveTo>
                  <a:lnTo>
                    <a:pt x="0" y="9261"/>
                  </a:lnTo>
                  <a:cubicBezTo>
                    <a:pt x="0" y="9493"/>
                    <a:pt x="197" y="9689"/>
                    <a:pt x="428" y="9689"/>
                  </a:cubicBezTo>
                  <a:lnTo>
                    <a:pt x="14506" y="9689"/>
                  </a:lnTo>
                  <a:cubicBezTo>
                    <a:pt x="14756" y="9689"/>
                    <a:pt x="14952" y="9493"/>
                    <a:pt x="14952" y="9261"/>
                  </a:cubicBezTo>
                  <a:lnTo>
                    <a:pt x="1495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7" name="Google Shape;1417;p73"/>
          <p:cNvGrpSpPr/>
          <p:nvPr/>
        </p:nvGrpSpPr>
        <p:grpSpPr>
          <a:xfrm>
            <a:off x="1503790" y="4136924"/>
            <a:ext cx="332368" cy="298271"/>
            <a:chOff x="3898525" y="3411275"/>
            <a:chExt cx="373825" cy="335475"/>
          </a:xfrm>
        </p:grpSpPr>
        <p:sp>
          <p:nvSpPr>
            <p:cNvPr id="1418" name="Google Shape;1418;p73"/>
            <p:cNvSpPr/>
            <p:nvPr/>
          </p:nvSpPr>
          <p:spPr>
            <a:xfrm>
              <a:off x="3898525" y="3411275"/>
              <a:ext cx="373825" cy="196750"/>
            </a:xfrm>
            <a:custGeom>
              <a:avLst/>
              <a:gdLst/>
              <a:ahLst/>
              <a:cxnLst/>
              <a:rect l="l" t="t" r="r" b="b"/>
              <a:pathLst>
                <a:path w="14953" h="7870" extrusionOk="0">
                  <a:moveTo>
                    <a:pt x="4930" y="1701"/>
                  </a:moveTo>
                  <a:cubicBezTo>
                    <a:pt x="5008" y="1701"/>
                    <a:pt x="5087" y="1723"/>
                    <a:pt x="5157" y="1767"/>
                  </a:cubicBezTo>
                  <a:cubicBezTo>
                    <a:pt x="5371" y="1892"/>
                    <a:pt x="5443" y="2160"/>
                    <a:pt x="5318" y="2356"/>
                  </a:cubicBezTo>
                  <a:lnTo>
                    <a:pt x="4390" y="3908"/>
                  </a:lnTo>
                  <a:lnTo>
                    <a:pt x="5318" y="5514"/>
                  </a:lnTo>
                  <a:cubicBezTo>
                    <a:pt x="5443" y="5728"/>
                    <a:pt x="5371" y="5996"/>
                    <a:pt x="5157" y="6103"/>
                  </a:cubicBezTo>
                  <a:cubicBezTo>
                    <a:pt x="5086" y="6156"/>
                    <a:pt x="5015" y="6174"/>
                    <a:pt x="4943" y="6174"/>
                  </a:cubicBezTo>
                  <a:cubicBezTo>
                    <a:pt x="4783" y="6174"/>
                    <a:pt x="4640" y="6085"/>
                    <a:pt x="4551" y="5942"/>
                  </a:cubicBezTo>
                  <a:lnTo>
                    <a:pt x="3498" y="4122"/>
                  </a:lnTo>
                  <a:cubicBezTo>
                    <a:pt x="3409" y="3980"/>
                    <a:pt x="3409" y="3801"/>
                    <a:pt x="3498" y="3676"/>
                  </a:cubicBezTo>
                  <a:lnTo>
                    <a:pt x="4568" y="1910"/>
                  </a:lnTo>
                  <a:cubicBezTo>
                    <a:pt x="4649" y="1772"/>
                    <a:pt x="4788" y="1701"/>
                    <a:pt x="4930" y="1701"/>
                  </a:cubicBezTo>
                  <a:close/>
                  <a:moveTo>
                    <a:pt x="10024" y="1701"/>
                  </a:moveTo>
                  <a:cubicBezTo>
                    <a:pt x="10165" y="1701"/>
                    <a:pt x="10305" y="1772"/>
                    <a:pt x="10385" y="1910"/>
                  </a:cubicBezTo>
                  <a:lnTo>
                    <a:pt x="11456" y="3676"/>
                  </a:lnTo>
                  <a:cubicBezTo>
                    <a:pt x="11545" y="3801"/>
                    <a:pt x="11545" y="3980"/>
                    <a:pt x="11456" y="4122"/>
                  </a:cubicBezTo>
                  <a:lnTo>
                    <a:pt x="10403" y="5942"/>
                  </a:lnTo>
                  <a:cubicBezTo>
                    <a:pt x="10314" y="6085"/>
                    <a:pt x="10171" y="6174"/>
                    <a:pt x="10010" y="6174"/>
                  </a:cubicBezTo>
                  <a:cubicBezTo>
                    <a:pt x="9939" y="6174"/>
                    <a:pt x="9868" y="6156"/>
                    <a:pt x="9796" y="6103"/>
                  </a:cubicBezTo>
                  <a:cubicBezTo>
                    <a:pt x="9582" y="5996"/>
                    <a:pt x="9511" y="5728"/>
                    <a:pt x="9636" y="5514"/>
                  </a:cubicBezTo>
                  <a:lnTo>
                    <a:pt x="10564" y="3908"/>
                  </a:lnTo>
                  <a:lnTo>
                    <a:pt x="9636" y="2356"/>
                  </a:lnTo>
                  <a:cubicBezTo>
                    <a:pt x="9511" y="2160"/>
                    <a:pt x="9582" y="1892"/>
                    <a:pt x="9796" y="1767"/>
                  </a:cubicBezTo>
                  <a:cubicBezTo>
                    <a:pt x="9866" y="1723"/>
                    <a:pt x="9945" y="1701"/>
                    <a:pt x="10024" y="1701"/>
                  </a:cubicBezTo>
                  <a:close/>
                  <a:moveTo>
                    <a:pt x="8264" y="1504"/>
                  </a:moveTo>
                  <a:cubicBezTo>
                    <a:pt x="8318" y="1504"/>
                    <a:pt x="8372" y="1514"/>
                    <a:pt x="8423" y="1535"/>
                  </a:cubicBezTo>
                  <a:cubicBezTo>
                    <a:pt x="8654" y="1624"/>
                    <a:pt x="8762" y="1892"/>
                    <a:pt x="8672" y="2106"/>
                  </a:cubicBezTo>
                  <a:lnTo>
                    <a:pt x="7084" y="6085"/>
                  </a:lnTo>
                  <a:cubicBezTo>
                    <a:pt x="7031" y="6246"/>
                    <a:pt x="6852" y="6353"/>
                    <a:pt x="6692" y="6353"/>
                  </a:cubicBezTo>
                  <a:cubicBezTo>
                    <a:pt x="6638" y="6353"/>
                    <a:pt x="6585" y="6353"/>
                    <a:pt x="6531" y="6335"/>
                  </a:cubicBezTo>
                  <a:cubicBezTo>
                    <a:pt x="6299" y="6246"/>
                    <a:pt x="6192" y="5978"/>
                    <a:pt x="6281" y="5764"/>
                  </a:cubicBezTo>
                  <a:lnTo>
                    <a:pt x="7852" y="1785"/>
                  </a:lnTo>
                  <a:cubicBezTo>
                    <a:pt x="7920" y="1608"/>
                    <a:pt x="8091" y="1504"/>
                    <a:pt x="8264" y="1504"/>
                  </a:cubicBezTo>
                  <a:close/>
                  <a:moveTo>
                    <a:pt x="447" y="1"/>
                  </a:moveTo>
                  <a:cubicBezTo>
                    <a:pt x="197" y="1"/>
                    <a:pt x="1" y="197"/>
                    <a:pt x="1" y="429"/>
                  </a:cubicBezTo>
                  <a:lnTo>
                    <a:pt x="1" y="7869"/>
                  </a:lnTo>
                  <a:lnTo>
                    <a:pt x="14953" y="7869"/>
                  </a:lnTo>
                  <a:lnTo>
                    <a:pt x="14953" y="429"/>
                  </a:lnTo>
                  <a:cubicBezTo>
                    <a:pt x="14953" y="197"/>
                    <a:pt x="14757" y="1"/>
                    <a:pt x="1450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73"/>
            <p:cNvSpPr/>
            <p:nvPr/>
          </p:nvSpPr>
          <p:spPr>
            <a:xfrm>
              <a:off x="3898525" y="3629850"/>
              <a:ext cx="373825" cy="51325"/>
            </a:xfrm>
            <a:custGeom>
              <a:avLst/>
              <a:gdLst/>
              <a:ahLst/>
              <a:cxnLst/>
              <a:rect l="l" t="t" r="r" b="b"/>
              <a:pathLst>
                <a:path w="14953" h="2053" extrusionOk="0">
                  <a:moveTo>
                    <a:pt x="1" y="1"/>
                  </a:moveTo>
                  <a:lnTo>
                    <a:pt x="1" y="1606"/>
                  </a:lnTo>
                  <a:cubicBezTo>
                    <a:pt x="1" y="1856"/>
                    <a:pt x="197" y="2052"/>
                    <a:pt x="447" y="2052"/>
                  </a:cubicBezTo>
                  <a:lnTo>
                    <a:pt x="14507" y="2052"/>
                  </a:lnTo>
                  <a:cubicBezTo>
                    <a:pt x="14757" y="2052"/>
                    <a:pt x="14953" y="1856"/>
                    <a:pt x="14953" y="1606"/>
                  </a:cubicBezTo>
                  <a:lnTo>
                    <a:pt x="149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73"/>
            <p:cNvSpPr/>
            <p:nvPr/>
          </p:nvSpPr>
          <p:spPr>
            <a:xfrm>
              <a:off x="4019850" y="3703000"/>
              <a:ext cx="131175" cy="43750"/>
            </a:xfrm>
            <a:custGeom>
              <a:avLst/>
              <a:gdLst/>
              <a:ahLst/>
              <a:cxnLst/>
              <a:rect l="l" t="t" r="r" b="b"/>
              <a:pathLst>
                <a:path w="5247" h="1750" extrusionOk="0">
                  <a:moveTo>
                    <a:pt x="875" y="1"/>
                  </a:moveTo>
                  <a:lnTo>
                    <a:pt x="875" y="875"/>
                  </a:lnTo>
                  <a:lnTo>
                    <a:pt x="429" y="875"/>
                  </a:lnTo>
                  <a:cubicBezTo>
                    <a:pt x="197" y="875"/>
                    <a:pt x="1" y="1071"/>
                    <a:pt x="1" y="1321"/>
                  </a:cubicBezTo>
                  <a:cubicBezTo>
                    <a:pt x="1" y="1553"/>
                    <a:pt x="197" y="1749"/>
                    <a:pt x="429" y="1749"/>
                  </a:cubicBezTo>
                  <a:lnTo>
                    <a:pt x="4818" y="1749"/>
                  </a:lnTo>
                  <a:cubicBezTo>
                    <a:pt x="5050" y="1749"/>
                    <a:pt x="5247" y="1553"/>
                    <a:pt x="5247" y="1321"/>
                  </a:cubicBezTo>
                  <a:cubicBezTo>
                    <a:pt x="5247" y="1071"/>
                    <a:pt x="5050" y="875"/>
                    <a:pt x="4818" y="875"/>
                  </a:cubicBezTo>
                  <a:lnTo>
                    <a:pt x="4372" y="875"/>
                  </a:lnTo>
                  <a:lnTo>
                    <a:pt x="43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1" name="Google Shape;1421;p73"/>
          <p:cNvGrpSpPr/>
          <p:nvPr/>
        </p:nvGrpSpPr>
        <p:grpSpPr>
          <a:xfrm>
            <a:off x="5404049" y="4141011"/>
            <a:ext cx="332341" cy="289883"/>
            <a:chOff x="3334700" y="3971525"/>
            <a:chExt cx="373375" cy="325675"/>
          </a:xfrm>
        </p:grpSpPr>
        <p:sp>
          <p:nvSpPr>
            <p:cNvPr id="1422" name="Google Shape;1422;p73"/>
            <p:cNvSpPr/>
            <p:nvPr/>
          </p:nvSpPr>
          <p:spPr>
            <a:xfrm>
              <a:off x="3334700" y="3971525"/>
              <a:ext cx="285950" cy="65600"/>
            </a:xfrm>
            <a:custGeom>
              <a:avLst/>
              <a:gdLst/>
              <a:ahLst/>
              <a:cxnLst/>
              <a:rect l="l" t="t" r="r" b="b"/>
              <a:pathLst>
                <a:path w="11438" h="2624" extrusionOk="0">
                  <a:moveTo>
                    <a:pt x="429" y="1"/>
                  </a:moveTo>
                  <a:cubicBezTo>
                    <a:pt x="197" y="1"/>
                    <a:pt x="1" y="197"/>
                    <a:pt x="1" y="447"/>
                  </a:cubicBezTo>
                  <a:lnTo>
                    <a:pt x="1" y="2624"/>
                  </a:lnTo>
                  <a:lnTo>
                    <a:pt x="11438" y="2624"/>
                  </a:lnTo>
                  <a:lnTo>
                    <a:pt x="114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73"/>
            <p:cNvSpPr/>
            <p:nvPr/>
          </p:nvSpPr>
          <p:spPr>
            <a:xfrm>
              <a:off x="3334700" y="4058975"/>
              <a:ext cx="373375" cy="238225"/>
            </a:xfrm>
            <a:custGeom>
              <a:avLst/>
              <a:gdLst/>
              <a:ahLst/>
              <a:cxnLst/>
              <a:rect l="l" t="t" r="r" b="b"/>
              <a:pathLst>
                <a:path w="14935" h="9529" extrusionOk="0">
                  <a:moveTo>
                    <a:pt x="7468" y="1325"/>
                  </a:moveTo>
                  <a:cubicBezTo>
                    <a:pt x="7579" y="1325"/>
                    <a:pt x="7691" y="1365"/>
                    <a:pt x="7780" y="1445"/>
                  </a:cubicBezTo>
                  <a:lnTo>
                    <a:pt x="8654" y="2320"/>
                  </a:lnTo>
                  <a:cubicBezTo>
                    <a:pt x="8833" y="2498"/>
                    <a:pt x="8833" y="2766"/>
                    <a:pt x="8654" y="2944"/>
                  </a:cubicBezTo>
                  <a:cubicBezTo>
                    <a:pt x="8565" y="3033"/>
                    <a:pt x="8458" y="3069"/>
                    <a:pt x="8351" y="3069"/>
                  </a:cubicBezTo>
                  <a:cubicBezTo>
                    <a:pt x="8226" y="3069"/>
                    <a:pt x="8119" y="3033"/>
                    <a:pt x="8030" y="2944"/>
                  </a:cubicBezTo>
                  <a:lnTo>
                    <a:pt x="7905" y="2819"/>
                  </a:lnTo>
                  <a:lnTo>
                    <a:pt x="7905" y="4336"/>
                  </a:lnTo>
                  <a:lnTo>
                    <a:pt x="11688" y="4336"/>
                  </a:lnTo>
                  <a:lnTo>
                    <a:pt x="11563" y="4193"/>
                  </a:lnTo>
                  <a:cubicBezTo>
                    <a:pt x="11402" y="4033"/>
                    <a:pt x="11402" y="3747"/>
                    <a:pt x="11563" y="3586"/>
                  </a:cubicBezTo>
                  <a:cubicBezTo>
                    <a:pt x="11652" y="3497"/>
                    <a:pt x="11763" y="3453"/>
                    <a:pt x="11875" y="3453"/>
                  </a:cubicBezTo>
                  <a:cubicBezTo>
                    <a:pt x="11986" y="3453"/>
                    <a:pt x="12098" y="3497"/>
                    <a:pt x="12187" y="3586"/>
                  </a:cubicBezTo>
                  <a:lnTo>
                    <a:pt x="13061" y="4461"/>
                  </a:lnTo>
                  <a:cubicBezTo>
                    <a:pt x="13240" y="4621"/>
                    <a:pt x="13240" y="4907"/>
                    <a:pt x="13061" y="5067"/>
                  </a:cubicBezTo>
                  <a:lnTo>
                    <a:pt x="12187" y="5942"/>
                  </a:lnTo>
                  <a:cubicBezTo>
                    <a:pt x="12098" y="6031"/>
                    <a:pt x="11991" y="6084"/>
                    <a:pt x="11884" y="6084"/>
                  </a:cubicBezTo>
                  <a:cubicBezTo>
                    <a:pt x="11759" y="6084"/>
                    <a:pt x="11652" y="6031"/>
                    <a:pt x="11563" y="5942"/>
                  </a:cubicBezTo>
                  <a:cubicBezTo>
                    <a:pt x="11402" y="5781"/>
                    <a:pt x="11402" y="5496"/>
                    <a:pt x="11563" y="5335"/>
                  </a:cubicBezTo>
                  <a:lnTo>
                    <a:pt x="11688" y="5210"/>
                  </a:lnTo>
                  <a:lnTo>
                    <a:pt x="7905" y="5210"/>
                  </a:lnTo>
                  <a:lnTo>
                    <a:pt x="7905" y="6709"/>
                  </a:lnTo>
                  <a:lnTo>
                    <a:pt x="8030" y="6584"/>
                  </a:lnTo>
                  <a:cubicBezTo>
                    <a:pt x="8119" y="6504"/>
                    <a:pt x="8231" y="6464"/>
                    <a:pt x="8342" y="6464"/>
                  </a:cubicBezTo>
                  <a:cubicBezTo>
                    <a:pt x="8454" y="6464"/>
                    <a:pt x="8565" y="6504"/>
                    <a:pt x="8654" y="6584"/>
                  </a:cubicBezTo>
                  <a:cubicBezTo>
                    <a:pt x="8833" y="6762"/>
                    <a:pt x="8833" y="7030"/>
                    <a:pt x="8654" y="7209"/>
                  </a:cubicBezTo>
                  <a:lnTo>
                    <a:pt x="7780" y="8083"/>
                  </a:lnTo>
                  <a:cubicBezTo>
                    <a:pt x="7691" y="8172"/>
                    <a:pt x="7584" y="8208"/>
                    <a:pt x="7477" y="8208"/>
                  </a:cubicBezTo>
                  <a:cubicBezTo>
                    <a:pt x="7352" y="8208"/>
                    <a:pt x="7245" y="8172"/>
                    <a:pt x="7156" y="8083"/>
                  </a:cubicBezTo>
                  <a:lnTo>
                    <a:pt x="6281" y="7209"/>
                  </a:lnTo>
                  <a:cubicBezTo>
                    <a:pt x="6103" y="7030"/>
                    <a:pt x="6103" y="6762"/>
                    <a:pt x="6281" y="6584"/>
                  </a:cubicBezTo>
                  <a:cubicBezTo>
                    <a:pt x="6370" y="6504"/>
                    <a:pt x="6482" y="6464"/>
                    <a:pt x="6594" y="6464"/>
                  </a:cubicBezTo>
                  <a:cubicBezTo>
                    <a:pt x="6705" y="6464"/>
                    <a:pt x="6817" y="6504"/>
                    <a:pt x="6906" y="6584"/>
                  </a:cubicBezTo>
                  <a:lnTo>
                    <a:pt x="7031" y="6709"/>
                  </a:lnTo>
                  <a:lnTo>
                    <a:pt x="7031" y="5210"/>
                  </a:lnTo>
                  <a:lnTo>
                    <a:pt x="3248" y="5210"/>
                  </a:lnTo>
                  <a:lnTo>
                    <a:pt x="3373" y="5335"/>
                  </a:lnTo>
                  <a:cubicBezTo>
                    <a:pt x="3534" y="5496"/>
                    <a:pt x="3534" y="5781"/>
                    <a:pt x="3373" y="5942"/>
                  </a:cubicBezTo>
                  <a:cubicBezTo>
                    <a:pt x="3284" y="6031"/>
                    <a:pt x="3177" y="6084"/>
                    <a:pt x="3052" y="6084"/>
                  </a:cubicBezTo>
                  <a:cubicBezTo>
                    <a:pt x="2945" y="6084"/>
                    <a:pt x="2838" y="6031"/>
                    <a:pt x="2748" y="5942"/>
                  </a:cubicBezTo>
                  <a:lnTo>
                    <a:pt x="1874" y="5067"/>
                  </a:lnTo>
                  <a:cubicBezTo>
                    <a:pt x="1696" y="4907"/>
                    <a:pt x="1696" y="4621"/>
                    <a:pt x="1874" y="4461"/>
                  </a:cubicBezTo>
                  <a:lnTo>
                    <a:pt x="2748" y="3586"/>
                  </a:lnTo>
                  <a:cubicBezTo>
                    <a:pt x="2838" y="3497"/>
                    <a:pt x="2949" y="3453"/>
                    <a:pt x="3061" y="3453"/>
                  </a:cubicBezTo>
                  <a:cubicBezTo>
                    <a:pt x="3172" y="3453"/>
                    <a:pt x="3284" y="3497"/>
                    <a:pt x="3373" y="3586"/>
                  </a:cubicBezTo>
                  <a:cubicBezTo>
                    <a:pt x="3534" y="3747"/>
                    <a:pt x="3534" y="4033"/>
                    <a:pt x="3373" y="4193"/>
                  </a:cubicBezTo>
                  <a:lnTo>
                    <a:pt x="3248" y="4336"/>
                  </a:lnTo>
                  <a:lnTo>
                    <a:pt x="7031" y="4336"/>
                  </a:lnTo>
                  <a:lnTo>
                    <a:pt x="7031" y="2819"/>
                  </a:lnTo>
                  <a:lnTo>
                    <a:pt x="6906" y="2944"/>
                  </a:lnTo>
                  <a:cubicBezTo>
                    <a:pt x="6817" y="3033"/>
                    <a:pt x="6705" y="3078"/>
                    <a:pt x="6594" y="3078"/>
                  </a:cubicBezTo>
                  <a:cubicBezTo>
                    <a:pt x="6482" y="3078"/>
                    <a:pt x="6370" y="3033"/>
                    <a:pt x="6281" y="2944"/>
                  </a:cubicBezTo>
                  <a:cubicBezTo>
                    <a:pt x="6103" y="2766"/>
                    <a:pt x="6103" y="2498"/>
                    <a:pt x="6281" y="2320"/>
                  </a:cubicBezTo>
                  <a:lnTo>
                    <a:pt x="7156" y="1445"/>
                  </a:lnTo>
                  <a:cubicBezTo>
                    <a:pt x="7245" y="1365"/>
                    <a:pt x="7356" y="1325"/>
                    <a:pt x="7468" y="1325"/>
                  </a:cubicBezTo>
                  <a:close/>
                  <a:moveTo>
                    <a:pt x="1" y="0"/>
                  </a:moveTo>
                  <a:lnTo>
                    <a:pt x="1" y="9082"/>
                  </a:lnTo>
                  <a:cubicBezTo>
                    <a:pt x="1" y="9332"/>
                    <a:pt x="197" y="9528"/>
                    <a:pt x="429" y="9528"/>
                  </a:cubicBezTo>
                  <a:lnTo>
                    <a:pt x="14507" y="9528"/>
                  </a:lnTo>
                  <a:cubicBezTo>
                    <a:pt x="14739" y="9528"/>
                    <a:pt x="14935" y="9332"/>
                    <a:pt x="14935" y="9082"/>
                  </a:cubicBezTo>
                  <a:lnTo>
                    <a:pt x="149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73"/>
            <p:cNvSpPr/>
            <p:nvPr/>
          </p:nvSpPr>
          <p:spPr>
            <a:xfrm>
              <a:off x="3642500" y="3971525"/>
              <a:ext cx="65575" cy="65600"/>
            </a:xfrm>
            <a:custGeom>
              <a:avLst/>
              <a:gdLst/>
              <a:ahLst/>
              <a:cxnLst/>
              <a:rect l="l" t="t" r="r" b="b"/>
              <a:pathLst>
                <a:path w="2623" h="2624" extrusionOk="0">
                  <a:moveTo>
                    <a:pt x="0" y="1"/>
                  </a:moveTo>
                  <a:lnTo>
                    <a:pt x="0" y="2624"/>
                  </a:lnTo>
                  <a:lnTo>
                    <a:pt x="2623" y="2624"/>
                  </a:lnTo>
                  <a:lnTo>
                    <a:pt x="2623" y="447"/>
                  </a:lnTo>
                  <a:cubicBezTo>
                    <a:pt x="2623" y="197"/>
                    <a:pt x="2427" y="1"/>
                    <a:pt x="21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hape 11">
            <a:extLst>
              <a:ext uri="{FF2B5EF4-FFF2-40B4-BE49-F238E27FC236}">
                <a16:creationId xmlns:a16="http://schemas.microsoft.com/office/drawing/2014/main" id="{56EA8EBA-1F58-1597-2A74-A10EFA48BB9B}"/>
              </a:ext>
            </a:extLst>
          </p:cNvPr>
          <p:cNvSpPr/>
          <p:nvPr/>
        </p:nvSpPr>
        <p:spPr>
          <a:xfrm>
            <a:off x="346870" y="1195820"/>
            <a:ext cx="8321040" cy="804672"/>
          </a:xfrm>
          <a:prstGeom prst="roundRect">
            <a:avLst>
              <a:gd name="adj" fmla="val 17045"/>
            </a:avLst>
          </a:prstGeom>
          <a:solidFill>
            <a:srgbClr val="5D5DFF">
              <a:alpha val="48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50800" dist="50800" dir="9600000" algn="ctr" rotWithShape="0">
              <a:srgbClr val="5D5DFF"/>
            </a:outerShdw>
          </a:effectLst>
        </p:spPr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5DBF12F0-76EF-32A6-67F4-F29D81A69ADD}"/>
              </a:ext>
            </a:extLst>
          </p:cNvPr>
          <p:cNvSpPr/>
          <p:nvPr/>
        </p:nvSpPr>
        <p:spPr>
          <a:xfrm>
            <a:off x="484030" y="13055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E0CC"/>
                </a:solidFill>
              </a:rPr>
              <a:t>Expo </a:t>
            </a:r>
            <a:r>
              <a:rPr lang="en-US" sz="1600" dirty="0">
                <a:solidFill>
                  <a:srgbClr val="E8E6FF"/>
                </a:solidFill>
              </a:rPr>
              <a:t>is to React Native what </a:t>
            </a:r>
            <a:r>
              <a:rPr lang="en-US" sz="2000" b="1" dirty="0">
                <a:solidFill>
                  <a:srgbClr val="FF7B6B"/>
                </a:solidFill>
              </a:rPr>
              <a:t>Next.js </a:t>
            </a:r>
            <a:r>
              <a:rPr lang="en-US" sz="1600" dirty="0">
                <a:solidFill>
                  <a:srgbClr val="E8E6FF"/>
                </a:solidFill>
              </a:rPr>
              <a:t>is to React — same power, far less configuration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98000"/>
          </a:schemeClr>
        </a:solidFill>
        <a:effectLst/>
      </p:bgPr>
    </p:bg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6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Architecture - MVVM</a:t>
            </a:r>
            <a:endParaRPr dirty="0"/>
          </a:p>
        </p:txBody>
      </p:sp>
      <p:sp>
        <p:nvSpPr>
          <p:cNvPr id="1111" name="Google Shape;1111;p67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67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67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67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Text 9">
            <a:extLst>
              <a:ext uri="{FF2B5EF4-FFF2-40B4-BE49-F238E27FC236}">
                <a16:creationId xmlns:a16="http://schemas.microsoft.com/office/drawing/2014/main" id="{A0CFC2CE-75B7-A604-BD3A-90BDB6881979}"/>
              </a:ext>
            </a:extLst>
          </p:cNvPr>
          <p:cNvSpPr/>
          <p:nvPr/>
        </p:nvSpPr>
        <p:spPr>
          <a:xfrm>
            <a:off x="457200" y="889709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CE0CC"/>
                </a:solidFill>
              </a:rPr>
              <a:t>MVVM PATTERN</a:t>
            </a:r>
            <a:endParaRPr lang="en-US" sz="1000" dirty="0"/>
          </a:p>
        </p:txBody>
      </p:sp>
      <p:sp>
        <p:nvSpPr>
          <p:cNvPr id="1028" name="Shape 10">
            <a:extLst>
              <a:ext uri="{FF2B5EF4-FFF2-40B4-BE49-F238E27FC236}">
                <a16:creationId xmlns:a16="http://schemas.microsoft.com/office/drawing/2014/main" id="{44D09D8E-C0AD-F3E0-883C-21AB57123F80}"/>
              </a:ext>
            </a:extLst>
          </p:cNvPr>
          <p:cNvSpPr/>
          <p:nvPr/>
        </p:nvSpPr>
        <p:spPr>
          <a:xfrm>
            <a:off x="411480" y="1246325"/>
            <a:ext cx="3840480" cy="804672"/>
          </a:xfrm>
          <a:prstGeom prst="roundRect">
            <a:avLst>
              <a:gd name="adj" fmla="val 17045"/>
            </a:avLst>
          </a:prstGeom>
          <a:solidFill>
            <a:srgbClr val="312D9E">
              <a:alpha val="54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29" name="Shape 11">
            <a:extLst>
              <a:ext uri="{FF2B5EF4-FFF2-40B4-BE49-F238E27FC236}">
                <a16:creationId xmlns:a16="http://schemas.microsoft.com/office/drawing/2014/main" id="{5D136259-1D9D-5EBE-01C6-CF6A30A62112}"/>
              </a:ext>
            </a:extLst>
          </p:cNvPr>
          <p:cNvSpPr/>
          <p:nvPr/>
        </p:nvSpPr>
        <p:spPr>
          <a:xfrm>
            <a:off x="502920" y="1502357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7B6B">
              <a:alpha val="85000"/>
            </a:srgbClr>
          </a:solidFill>
          <a:ln w="12700">
            <a:solidFill>
              <a:srgbClr val="FF7B6B"/>
            </a:solidFill>
            <a:prstDash val="solid"/>
          </a:ln>
        </p:spPr>
      </p:sp>
      <p:sp>
        <p:nvSpPr>
          <p:cNvPr id="1030" name="Text 12">
            <a:extLst>
              <a:ext uri="{FF2B5EF4-FFF2-40B4-BE49-F238E27FC236}">
                <a16:creationId xmlns:a16="http://schemas.microsoft.com/office/drawing/2014/main" id="{B299D388-629E-53DD-A072-59D02DBA7746}"/>
              </a:ext>
            </a:extLst>
          </p:cNvPr>
          <p:cNvSpPr/>
          <p:nvPr/>
        </p:nvSpPr>
        <p:spPr>
          <a:xfrm>
            <a:off x="502920" y="1502357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760"/>
                </a:solidFill>
              </a:rPr>
              <a:t>MODEL</a:t>
            </a:r>
            <a:endParaRPr lang="en-US" sz="900" dirty="0"/>
          </a:p>
        </p:txBody>
      </p:sp>
      <p:sp>
        <p:nvSpPr>
          <p:cNvPr id="1031" name="Text 13">
            <a:extLst>
              <a:ext uri="{FF2B5EF4-FFF2-40B4-BE49-F238E27FC236}">
                <a16:creationId xmlns:a16="http://schemas.microsoft.com/office/drawing/2014/main" id="{65985891-4375-2A41-E8A8-CE7CE7C7196C}"/>
              </a:ext>
            </a:extLst>
          </p:cNvPr>
          <p:cNvSpPr/>
          <p:nvPr/>
        </p:nvSpPr>
        <p:spPr>
          <a:xfrm>
            <a:off x="1417320" y="1429205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6FF"/>
                </a:solidFill>
              </a:rPr>
              <a:t>Network data storage &amp; management (NetworkMetric interface)</a:t>
            </a:r>
            <a:endParaRPr lang="en-US" sz="1000" dirty="0"/>
          </a:p>
        </p:txBody>
      </p:sp>
      <p:sp>
        <p:nvSpPr>
          <p:cNvPr id="1032" name="Shape 14">
            <a:extLst>
              <a:ext uri="{FF2B5EF4-FFF2-40B4-BE49-F238E27FC236}">
                <a16:creationId xmlns:a16="http://schemas.microsoft.com/office/drawing/2014/main" id="{A8B352C3-6424-3AF4-7130-7B29AAE1691F}"/>
              </a:ext>
            </a:extLst>
          </p:cNvPr>
          <p:cNvSpPr/>
          <p:nvPr/>
        </p:nvSpPr>
        <p:spPr>
          <a:xfrm>
            <a:off x="2148840" y="2050997"/>
            <a:ext cx="0" cy="182880"/>
          </a:xfrm>
          <a:prstGeom prst="line">
            <a:avLst/>
          </a:prstGeom>
          <a:noFill/>
          <a:ln w="19050">
            <a:solidFill>
              <a:srgbClr val="B0ABDB"/>
            </a:solidFill>
            <a:prstDash val="dash"/>
          </a:ln>
        </p:spPr>
      </p:sp>
      <p:sp>
        <p:nvSpPr>
          <p:cNvPr id="1033" name="Shape 15">
            <a:extLst>
              <a:ext uri="{FF2B5EF4-FFF2-40B4-BE49-F238E27FC236}">
                <a16:creationId xmlns:a16="http://schemas.microsoft.com/office/drawing/2014/main" id="{54EB32A1-D196-5AB4-DC54-68703DFF39CF}"/>
              </a:ext>
            </a:extLst>
          </p:cNvPr>
          <p:cNvSpPr/>
          <p:nvPr/>
        </p:nvSpPr>
        <p:spPr>
          <a:xfrm>
            <a:off x="411480" y="2233877"/>
            <a:ext cx="3840480" cy="804672"/>
          </a:xfrm>
          <a:prstGeom prst="roundRect">
            <a:avLst>
              <a:gd name="adj" fmla="val 17045"/>
            </a:avLst>
          </a:prstGeom>
          <a:solidFill>
            <a:srgbClr val="312D9E">
              <a:alpha val="54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34" name="Shape 16">
            <a:extLst>
              <a:ext uri="{FF2B5EF4-FFF2-40B4-BE49-F238E27FC236}">
                <a16:creationId xmlns:a16="http://schemas.microsoft.com/office/drawing/2014/main" id="{10104EC3-3EF9-596A-854F-F2237AA51059}"/>
              </a:ext>
            </a:extLst>
          </p:cNvPr>
          <p:cNvSpPr/>
          <p:nvPr/>
        </p:nvSpPr>
        <p:spPr>
          <a:xfrm>
            <a:off x="502920" y="2489909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4CE0CC">
              <a:alpha val="85000"/>
            </a:srgbClr>
          </a:solidFill>
          <a:ln w="12700">
            <a:solidFill>
              <a:srgbClr val="4CE0CC"/>
            </a:solidFill>
            <a:prstDash val="solid"/>
          </a:ln>
        </p:spPr>
      </p:sp>
      <p:sp>
        <p:nvSpPr>
          <p:cNvPr id="1035" name="Text 17">
            <a:extLst>
              <a:ext uri="{FF2B5EF4-FFF2-40B4-BE49-F238E27FC236}">
                <a16:creationId xmlns:a16="http://schemas.microsoft.com/office/drawing/2014/main" id="{0EBAFAE9-C445-6748-2729-214293609E2B}"/>
              </a:ext>
            </a:extLst>
          </p:cNvPr>
          <p:cNvSpPr/>
          <p:nvPr/>
        </p:nvSpPr>
        <p:spPr>
          <a:xfrm>
            <a:off x="502920" y="2489909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760"/>
                </a:solidFill>
              </a:rPr>
              <a:t>VIEWMODEL</a:t>
            </a:r>
            <a:endParaRPr lang="en-US" sz="900" dirty="0"/>
          </a:p>
        </p:txBody>
      </p:sp>
      <p:sp>
        <p:nvSpPr>
          <p:cNvPr id="1036" name="Text 18">
            <a:extLst>
              <a:ext uri="{FF2B5EF4-FFF2-40B4-BE49-F238E27FC236}">
                <a16:creationId xmlns:a16="http://schemas.microsoft.com/office/drawing/2014/main" id="{F87ECA70-0EEE-8CD5-35E7-06470D5EF1D5}"/>
              </a:ext>
            </a:extLst>
          </p:cNvPr>
          <p:cNvSpPr/>
          <p:nvPr/>
        </p:nvSpPr>
        <p:spPr>
          <a:xfrm>
            <a:off x="1417320" y="2416757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6FF"/>
                </a:solidFill>
              </a:rPr>
              <a:t>Processes data · useNetworkState hook · React Context consent layer</a:t>
            </a:r>
            <a:endParaRPr lang="en-US" sz="1000" dirty="0"/>
          </a:p>
        </p:txBody>
      </p:sp>
      <p:sp>
        <p:nvSpPr>
          <p:cNvPr id="1037" name="Shape 19">
            <a:extLst>
              <a:ext uri="{FF2B5EF4-FFF2-40B4-BE49-F238E27FC236}">
                <a16:creationId xmlns:a16="http://schemas.microsoft.com/office/drawing/2014/main" id="{4B884A86-AA8A-9887-24F3-F3FC58ADE7F4}"/>
              </a:ext>
            </a:extLst>
          </p:cNvPr>
          <p:cNvSpPr/>
          <p:nvPr/>
        </p:nvSpPr>
        <p:spPr>
          <a:xfrm>
            <a:off x="2148840" y="3038549"/>
            <a:ext cx="0" cy="182880"/>
          </a:xfrm>
          <a:prstGeom prst="line">
            <a:avLst/>
          </a:prstGeom>
          <a:noFill/>
          <a:ln w="19050">
            <a:solidFill>
              <a:srgbClr val="B0ABDB"/>
            </a:solidFill>
            <a:prstDash val="dash"/>
          </a:ln>
        </p:spPr>
      </p:sp>
      <p:sp>
        <p:nvSpPr>
          <p:cNvPr id="1038" name="Shape 20">
            <a:extLst>
              <a:ext uri="{FF2B5EF4-FFF2-40B4-BE49-F238E27FC236}">
                <a16:creationId xmlns:a16="http://schemas.microsoft.com/office/drawing/2014/main" id="{973E6C4D-9676-A4B2-978B-FB3D1090B3D9}"/>
              </a:ext>
            </a:extLst>
          </p:cNvPr>
          <p:cNvSpPr/>
          <p:nvPr/>
        </p:nvSpPr>
        <p:spPr>
          <a:xfrm>
            <a:off x="411480" y="3221429"/>
            <a:ext cx="3840480" cy="804672"/>
          </a:xfrm>
          <a:prstGeom prst="roundRect">
            <a:avLst>
              <a:gd name="adj" fmla="val 17045"/>
            </a:avLst>
          </a:prstGeom>
          <a:solidFill>
            <a:srgbClr val="312D9E">
              <a:alpha val="54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39" name="Shape 21">
            <a:extLst>
              <a:ext uri="{FF2B5EF4-FFF2-40B4-BE49-F238E27FC236}">
                <a16:creationId xmlns:a16="http://schemas.microsoft.com/office/drawing/2014/main" id="{8BF674D6-F40B-C7F1-886E-2ACBF578F0FC}"/>
              </a:ext>
            </a:extLst>
          </p:cNvPr>
          <p:cNvSpPr/>
          <p:nvPr/>
        </p:nvSpPr>
        <p:spPr>
          <a:xfrm>
            <a:off x="502920" y="3477461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D86E">
              <a:alpha val="85000"/>
            </a:srgbClr>
          </a:solidFill>
          <a:ln w="12700">
            <a:solidFill>
              <a:srgbClr val="FFD86E"/>
            </a:solidFill>
            <a:prstDash val="solid"/>
          </a:ln>
        </p:spPr>
      </p:sp>
      <p:sp>
        <p:nvSpPr>
          <p:cNvPr id="1040" name="Text 22">
            <a:extLst>
              <a:ext uri="{FF2B5EF4-FFF2-40B4-BE49-F238E27FC236}">
                <a16:creationId xmlns:a16="http://schemas.microsoft.com/office/drawing/2014/main" id="{F08AA1F3-BBE2-75E3-FE77-CB9332A01E0D}"/>
              </a:ext>
            </a:extLst>
          </p:cNvPr>
          <p:cNvSpPr/>
          <p:nvPr/>
        </p:nvSpPr>
        <p:spPr>
          <a:xfrm>
            <a:off x="502920" y="3477461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760"/>
                </a:solidFill>
              </a:rPr>
              <a:t>VIEW</a:t>
            </a:r>
            <a:endParaRPr lang="en-US" sz="900" dirty="0"/>
          </a:p>
        </p:txBody>
      </p:sp>
      <p:sp>
        <p:nvSpPr>
          <p:cNvPr id="1041" name="Text 23">
            <a:extLst>
              <a:ext uri="{FF2B5EF4-FFF2-40B4-BE49-F238E27FC236}">
                <a16:creationId xmlns:a16="http://schemas.microsoft.com/office/drawing/2014/main" id="{01A6452B-0724-CDB6-AC82-72D503F486D5}"/>
              </a:ext>
            </a:extLst>
          </p:cNvPr>
          <p:cNvSpPr/>
          <p:nvPr/>
        </p:nvSpPr>
        <p:spPr>
          <a:xfrm>
            <a:off x="1417320" y="3404309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6FF"/>
                </a:solidFill>
              </a:rPr>
              <a:t>Home · History · Test · Settings screen components</a:t>
            </a:r>
            <a:endParaRPr lang="en-US" sz="1000" dirty="0"/>
          </a:p>
        </p:txBody>
      </p:sp>
      <p:sp>
        <p:nvSpPr>
          <p:cNvPr id="1042" name="Text 24">
            <a:extLst>
              <a:ext uri="{FF2B5EF4-FFF2-40B4-BE49-F238E27FC236}">
                <a16:creationId xmlns:a16="http://schemas.microsoft.com/office/drawing/2014/main" id="{62A0F704-4D68-45BC-B19C-20FFF21B9EF4}"/>
              </a:ext>
            </a:extLst>
          </p:cNvPr>
          <p:cNvSpPr/>
          <p:nvPr/>
        </p:nvSpPr>
        <p:spPr>
          <a:xfrm>
            <a:off x="4572000" y="889709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CE0CC"/>
                </a:solidFill>
              </a:rPr>
              <a:t>FILE STRUCTURE</a:t>
            </a:r>
            <a:endParaRPr lang="en-US" sz="1000" dirty="0"/>
          </a:p>
        </p:txBody>
      </p:sp>
      <p:sp>
        <p:nvSpPr>
          <p:cNvPr id="1043" name="Shape 25">
            <a:extLst>
              <a:ext uri="{FF2B5EF4-FFF2-40B4-BE49-F238E27FC236}">
                <a16:creationId xmlns:a16="http://schemas.microsoft.com/office/drawing/2014/main" id="{289BA59F-A89A-7D2A-CA36-6223A92F4A15}"/>
              </a:ext>
            </a:extLst>
          </p:cNvPr>
          <p:cNvSpPr/>
          <p:nvPr/>
        </p:nvSpPr>
        <p:spPr>
          <a:xfrm>
            <a:off x="4526280" y="1182317"/>
            <a:ext cx="4297680" cy="3520440"/>
          </a:xfrm>
          <a:prstGeom prst="roundRect">
            <a:avLst>
              <a:gd name="adj" fmla="val 3896"/>
            </a:avLst>
          </a:prstGeom>
          <a:solidFill>
            <a:srgbClr val="5D5DFF">
              <a:alpha val="34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044" name="Text 26">
            <a:extLst>
              <a:ext uri="{FF2B5EF4-FFF2-40B4-BE49-F238E27FC236}">
                <a16:creationId xmlns:a16="http://schemas.microsoft.com/office/drawing/2014/main" id="{F76740E3-7C72-8721-6E50-62358A153983}"/>
              </a:ext>
            </a:extLst>
          </p:cNvPr>
          <p:cNvSpPr/>
          <p:nvPr/>
        </p:nvSpPr>
        <p:spPr>
          <a:xfrm>
            <a:off x="4663440" y="1273757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SpeedDT/</a:t>
            </a:r>
            <a:endParaRPr lang="en-US" sz="950" dirty="0"/>
          </a:p>
        </p:txBody>
      </p:sp>
      <p:sp>
        <p:nvSpPr>
          <p:cNvPr id="1045" name="Text 27">
            <a:extLst>
              <a:ext uri="{FF2B5EF4-FFF2-40B4-BE49-F238E27FC236}">
                <a16:creationId xmlns:a16="http://schemas.microsoft.com/office/drawing/2014/main" id="{0D50388D-1D6F-B9D6-7659-4AD92B6B45E2}"/>
              </a:ext>
            </a:extLst>
          </p:cNvPr>
          <p:cNvSpPr/>
          <p:nvPr/>
        </p:nvSpPr>
        <p:spPr>
          <a:xfrm>
            <a:off x="4800600" y="1529789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app/</a:t>
            </a:r>
            <a:endParaRPr lang="en-US" sz="950" dirty="0"/>
          </a:p>
        </p:txBody>
      </p:sp>
      <p:sp>
        <p:nvSpPr>
          <p:cNvPr id="1046" name="Text 28">
            <a:extLst>
              <a:ext uri="{FF2B5EF4-FFF2-40B4-BE49-F238E27FC236}">
                <a16:creationId xmlns:a16="http://schemas.microsoft.com/office/drawing/2014/main" id="{AC6D9DBC-2296-4C5A-4C9A-F66DF1106662}"/>
              </a:ext>
            </a:extLst>
          </p:cNvPr>
          <p:cNvSpPr/>
          <p:nvPr/>
        </p:nvSpPr>
        <p:spPr>
          <a:xfrm>
            <a:off x="4937760" y="1785821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(tabs)/home.tsx</a:t>
            </a:r>
            <a:endParaRPr lang="en-US" sz="950" dirty="0"/>
          </a:p>
        </p:txBody>
      </p:sp>
      <p:sp>
        <p:nvSpPr>
          <p:cNvPr id="1047" name="Text 29">
            <a:extLst>
              <a:ext uri="{FF2B5EF4-FFF2-40B4-BE49-F238E27FC236}">
                <a16:creationId xmlns:a16="http://schemas.microsoft.com/office/drawing/2014/main" id="{0F401BF0-3593-873E-DE03-2217D0AA9A22}"/>
              </a:ext>
            </a:extLst>
          </p:cNvPr>
          <p:cNvSpPr/>
          <p:nvPr/>
        </p:nvSpPr>
        <p:spPr>
          <a:xfrm>
            <a:off x="4937760" y="2041853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(tabs)/history.tsx</a:t>
            </a:r>
            <a:endParaRPr lang="en-US" sz="950" dirty="0"/>
          </a:p>
        </p:txBody>
      </p:sp>
      <p:sp>
        <p:nvSpPr>
          <p:cNvPr id="1048" name="Text 30">
            <a:extLst>
              <a:ext uri="{FF2B5EF4-FFF2-40B4-BE49-F238E27FC236}">
                <a16:creationId xmlns:a16="http://schemas.microsoft.com/office/drawing/2014/main" id="{91DCFFDB-82DC-B426-AD1F-F06A16F3F5FA}"/>
              </a:ext>
            </a:extLst>
          </p:cNvPr>
          <p:cNvSpPr/>
          <p:nvPr/>
        </p:nvSpPr>
        <p:spPr>
          <a:xfrm>
            <a:off x="4937760" y="2297885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(tabs)/test.tsx</a:t>
            </a:r>
            <a:endParaRPr lang="en-US" sz="950" dirty="0"/>
          </a:p>
        </p:txBody>
      </p:sp>
      <p:sp>
        <p:nvSpPr>
          <p:cNvPr id="1049" name="Text 31">
            <a:extLst>
              <a:ext uri="{FF2B5EF4-FFF2-40B4-BE49-F238E27FC236}">
                <a16:creationId xmlns:a16="http://schemas.microsoft.com/office/drawing/2014/main" id="{98F114AE-DE0E-924E-3AB6-8E132B9C8868}"/>
              </a:ext>
            </a:extLst>
          </p:cNvPr>
          <p:cNvSpPr/>
          <p:nvPr/>
        </p:nvSpPr>
        <p:spPr>
          <a:xfrm>
            <a:off x="4937760" y="2553917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consent.tsx</a:t>
            </a:r>
            <a:endParaRPr lang="en-US" sz="950" dirty="0"/>
          </a:p>
        </p:txBody>
      </p:sp>
      <p:sp>
        <p:nvSpPr>
          <p:cNvPr id="1050" name="Text 32">
            <a:extLst>
              <a:ext uri="{FF2B5EF4-FFF2-40B4-BE49-F238E27FC236}">
                <a16:creationId xmlns:a16="http://schemas.microsoft.com/office/drawing/2014/main" id="{F10443EA-3306-C70E-68A6-E8332CEAF68C}"/>
              </a:ext>
            </a:extLst>
          </p:cNvPr>
          <p:cNvSpPr/>
          <p:nvPr/>
        </p:nvSpPr>
        <p:spPr>
          <a:xfrm>
            <a:off x="4800600" y="2809949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screens/</a:t>
            </a:r>
            <a:endParaRPr lang="en-US" sz="950" dirty="0"/>
          </a:p>
        </p:txBody>
      </p:sp>
      <p:sp>
        <p:nvSpPr>
          <p:cNvPr id="1051" name="Text 33">
            <a:extLst>
              <a:ext uri="{FF2B5EF4-FFF2-40B4-BE49-F238E27FC236}">
                <a16:creationId xmlns:a16="http://schemas.microsoft.com/office/drawing/2014/main" id="{86997988-D20C-F9D7-467D-8F5163C541B6}"/>
              </a:ext>
            </a:extLst>
          </p:cNvPr>
          <p:cNvSpPr/>
          <p:nvPr/>
        </p:nvSpPr>
        <p:spPr>
          <a:xfrm>
            <a:off x="4937760" y="3065981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home-screen.tsx</a:t>
            </a:r>
            <a:endParaRPr lang="en-US" sz="950" dirty="0"/>
          </a:p>
        </p:txBody>
      </p:sp>
      <p:sp>
        <p:nvSpPr>
          <p:cNvPr id="1052" name="Text 34">
            <a:extLst>
              <a:ext uri="{FF2B5EF4-FFF2-40B4-BE49-F238E27FC236}">
                <a16:creationId xmlns:a16="http://schemas.microsoft.com/office/drawing/2014/main" id="{266AAF68-9B42-8B1F-BC0B-53ECF5EC6116}"/>
              </a:ext>
            </a:extLst>
          </p:cNvPr>
          <p:cNvSpPr/>
          <p:nvPr/>
        </p:nvSpPr>
        <p:spPr>
          <a:xfrm>
            <a:off x="4937760" y="3322013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test-screen.tsx …</a:t>
            </a:r>
            <a:endParaRPr lang="en-US" sz="950" dirty="0"/>
          </a:p>
        </p:txBody>
      </p:sp>
      <p:sp>
        <p:nvSpPr>
          <p:cNvPr id="1053" name="Text 35">
            <a:extLst>
              <a:ext uri="{FF2B5EF4-FFF2-40B4-BE49-F238E27FC236}">
                <a16:creationId xmlns:a16="http://schemas.microsoft.com/office/drawing/2014/main" id="{529A9E33-F36B-FCD0-F6CA-CDEE8138B290}"/>
              </a:ext>
            </a:extLst>
          </p:cNvPr>
          <p:cNvSpPr/>
          <p:nvPr/>
        </p:nvSpPr>
        <p:spPr>
          <a:xfrm>
            <a:off x="4800600" y="3578045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components/</a:t>
            </a:r>
            <a:endParaRPr lang="en-US" sz="950" dirty="0"/>
          </a:p>
        </p:txBody>
      </p:sp>
      <p:sp>
        <p:nvSpPr>
          <p:cNvPr id="1054" name="Text 36">
            <a:extLst>
              <a:ext uri="{FF2B5EF4-FFF2-40B4-BE49-F238E27FC236}">
                <a16:creationId xmlns:a16="http://schemas.microsoft.com/office/drawing/2014/main" id="{1FFD6E38-4BBE-EFA8-AA54-F4DAAAB70CC9}"/>
              </a:ext>
            </a:extLst>
          </p:cNvPr>
          <p:cNvSpPr/>
          <p:nvPr/>
        </p:nvSpPr>
        <p:spPr>
          <a:xfrm>
            <a:off x="4800600" y="3834077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navigation/routes.ts</a:t>
            </a:r>
            <a:endParaRPr lang="en-US" sz="950" dirty="0"/>
          </a:p>
        </p:txBody>
      </p:sp>
      <p:sp>
        <p:nvSpPr>
          <p:cNvPr id="1055" name="Text 37">
            <a:extLst>
              <a:ext uri="{FF2B5EF4-FFF2-40B4-BE49-F238E27FC236}">
                <a16:creationId xmlns:a16="http://schemas.microsoft.com/office/drawing/2014/main" id="{7F3C7F04-0595-14D7-8A62-4CFB1F764CDA}"/>
              </a:ext>
            </a:extLst>
          </p:cNvPr>
          <p:cNvSpPr/>
          <p:nvPr/>
        </p:nvSpPr>
        <p:spPr>
          <a:xfrm>
            <a:off x="4800600" y="4090109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constants/theme.ts</a:t>
            </a:r>
            <a:endParaRPr lang="en-US" sz="950" dirty="0"/>
          </a:p>
        </p:txBody>
      </p:sp>
      <p:sp>
        <p:nvSpPr>
          <p:cNvPr id="1057" name="Shape 38">
            <a:extLst>
              <a:ext uri="{FF2B5EF4-FFF2-40B4-BE49-F238E27FC236}">
                <a16:creationId xmlns:a16="http://schemas.microsoft.com/office/drawing/2014/main" id="{122E43E0-A212-5E24-71AC-277B9ADDC5F1}"/>
              </a:ext>
            </a:extLst>
          </p:cNvPr>
          <p:cNvSpPr/>
          <p:nvPr/>
        </p:nvSpPr>
        <p:spPr>
          <a:xfrm>
            <a:off x="425875" y="4478729"/>
            <a:ext cx="8321040" cy="411480"/>
          </a:xfrm>
          <a:prstGeom prst="roundRect">
            <a:avLst>
              <a:gd name="adj" fmla="val 33333"/>
            </a:avLst>
          </a:prstGeom>
          <a:solidFill>
            <a:srgbClr val="4B47B8">
              <a:alpha val="54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58" name="Text 39">
            <a:extLst>
              <a:ext uri="{FF2B5EF4-FFF2-40B4-BE49-F238E27FC236}">
                <a16:creationId xmlns:a16="http://schemas.microsoft.com/office/drawing/2014/main" id="{C1FE7AF5-C4B0-500F-4167-8973F9A808B4}"/>
              </a:ext>
            </a:extLst>
          </p:cNvPr>
          <p:cNvSpPr/>
          <p:nvPr/>
        </p:nvSpPr>
        <p:spPr>
          <a:xfrm>
            <a:off x="563035" y="4515305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BDB"/>
                </a:solidFill>
              </a:rPr>
              <a:t>app/ = thin route wrappers only  ·  screens/ = all UI logic  ·  Decoupled routing from implementation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83;p67">
            <a:extLst>
              <a:ext uri="{FF2B5EF4-FFF2-40B4-BE49-F238E27FC236}">
                <a16:creationId xmlns:a16="http://schemas.microsoft.com/office/drawing/2014/main" id="{96CA0F62-2A74-C76F-0698-448EC476C7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/>
              <a:t>Technical Deep Dive</a:t>
            </a:r>
            <a:endParaRPr sz="3500" dirty="0"/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5E9C1580-063E-6564-4882-7B1C894C57D8}"/>
              </a:ext>
            </a:extLst>
          </p:cNvPr>
          <p:cNvSpPr/>
          <p:nvPr/>
        </p:nvSpPr>
        <p:spPr>
          <a:xfrm>
            <a:off x="328045" y="1135380"/>
            <a:ext cx="4132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CE0CC"/>
                </a:solidFill>
              </a:rPr>
              <a:t>FULL TECHNOLOGY STACK</a:t>
            </a:r>
            <a:endParaRPr lang="en-US" sz="1000" dirty="0"/>
          </a:p>
        </p:txBody>
      </p:sp>
      <p:sp>
        <p:nvSpPr>
          <p:cNvPr id="1600" name="Shape 12">
            <a:extLst>
              <a:ext uri="{FF2B5EF4-FFF2-40B4-BE49-F238E27FC236}">
                <a16:creationId xmlns:a16="http://schemas.microsoft.com/office/drawing/2014/main" id="{8EBF6918-4C78-A201-09E5-D1A392F50EF6}"/>
              </a:ext>
            </a:extLst>
          </p:cNvPr>
          <p:cNvSpPr/>
          <p:nvPr/>
        </p:nvSpPr>
        <p:spPr>
          <a:xfrm>
            <a:off x="165262" y="1452355"/>
            <a:ext cx="4132418" cy="384048"/>
          </a:xfrm>
          <a:prstGeom prst="roundRect">
            <a:avLst>
              <a:gd name="adj" fmla="val 14286"/>
            </a:avLst>
          </a:prstGeom>
          <a:solidFill>
            <a:srgbClr val="312D9E">
              <a:alpha val="54000"/>
            </a:srgbClr>
          </a:solidFill>
          <a:ln w="6350">
            <a:solidFill>
              <a:srgbClr val="4B47B8"/>
            </a:solidFill>
            <a:prstDash val="solid"/>
          </a:ln>
        </p:spPr>
      </p:sp>
      <p:sp>
        <p:nvSpPr>
          <p:cNvPr id="1601" name="Text 13">
            <a:extLst>
              <a:ext uri="{FF2B5EF4-FFF2-40B4-BE49-F238E27FC236}">
                <a16:creationId xmlns:a16="http://schemas.microsoft.com/office/drawing/2014/main" id="{E49E8D7E-08E8-1280-1B8C-B2F2BB02C55E}"/>
              </a:ext>
            </a:extLst>
          </p:cNvPr>
          <p:cNvSpPr/>
          <p:nvPr/>
        </p:nvSpPr>
        <p:spPr>
          <a:xfrm>
            <a:off x="364387" y="1525507"/>
            <a:ext cx="1784453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E0CC"/>
                </a:solidFill>
              </a:rPr>
              <a:t>Expo SDK ~54</a:t>
            </a:r>
            <a:endParaRPr lang="en-US" sz="1000" dirty="0"/>
          </a:p>
        </p:txBody>
      </p:sp>
      <p:sp>
        <p:nvSpPr>
          <p:cNvPr id="1602" name="Text 14">
            <a:extLst>
              <a:ext uri="{FF2B5EF4-FFF2-40B4-BE49-F238E27FC236}">
                <a16:creationId xmlns:a16="http://schemas.microsoft.com/office/drawing/2014/main" id="{4CA48DE8-177A-884E-4D8E-7C4918B0E3B0}"/>
              </a:ext>
            </a:extLst>
          </p:cNvPr>
          <p:cNvSpPr/>
          <p:nvPr/>
        </p:nvSpPr>
        <p:spPr>
          <a:xfrm>
            <a:off x="2140031" y="1525507"/>
            <a:ext cx="206620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6FF"/>
                </a:solidFill>
              </a:rPr>
              <a:t>Build toolchain + native modules</a:t>
            </a:r>
            <a:endParaRPr lang="en-US" sz="1000" dirty="0"/>
          </a:p>
        </p:txBody>
      </p:sp>
      <p:sp>
        <p:nvSpPr>
          <p:cNvPr id="1603" name="Shape 15">
            <a:extLst>
              <a:ext uri="{FF2B5EF4-FFF2-40B4-BE49-F238E27FC236}">
                <a16:creationId xmlns:a16="http://schemas.microsoft.com/office/drawing/2014/main" id="{142C9965-675E-14FA-C802-053C6651FB23}"/>
              </a:ext>
            </a:extLst>
          </p:cNvPr>
          <p:cNvSpPr/>
          <p:nvPr/>
        </p:nvSpPr>
        <p:spPr>
          <a:xfrm>
            <a:off x="165262" y="1882123"/>
            <a:ext cx="4132418" cy="384048"/>
          </a:xfrm>
          <a:prstGeom prst="roundRect">
            <a:avLst>
              <a:gd name="adj" fmla="val 14286"/>
            </a:avLst>
          </a:prstGeom>
          <a:solidFill>
            <a:srgbClr val="3D3A9E"/>
          </a:solidFill>
          <a:ln w="6350">
            <a:solidFill>
              <a:srgbClr val="4B47B8"/>
            </a:solidFill>
            <a:prstDash val="solid"/>
          </a:ln>
        </p:spPr>
      </p:sp>
      <p:sp>
        <p:nvSpPr>
          <p:cNvPr id="1604" name="Text 16">
            <a:extLst>
              <a:ext uri="{FF2B5EF4-FFF2-40B4-BE49-F238E27FC236}">
                <a16:creationId xmlns:a16="http://schemas.microsoft.com/office/drawing/2014/main" id="{962B75CF-DFF5-C216-C70E-0C30A4025DE2}"/>
              </a:ext>
            </a:extLst>
          </p:cNvPr>
          <p:cNvSpPr/>
          <p:nvPr/>
        </p:nvSpPr>
        <p:spPr>
          <a:xfrm>
            <a:off x="364387" y="1955275"/>
            <a:ext cx="1784453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E0CC"/>
                </a:solidFill>
              </a:rPr>
              <a:t>React Native 0.81</a:t>
            </a:r>
            <a:endParaRPr lang="en-US" sz="1000" dirty="0"/>
          </a:p>
        </p:txBody>
      </p:sp>
      <p:sp>
        <p:nvSpPr>
          <p:cNvPr id="1605" name="Text 17">
            <a:extLst>
              <a:ext uri="{FF2B5EF4-FFF2-40B4-BE49-F238E27FC236}">
                <a16:creationId xmlns:a16="http://schemas.microsoft.com/office/drawing/2014/main" id="{2F960EF0-6C62-DAC8-11AA-EEA7B61625DF}"/>
              </a:ext>
            </a:extLst>
          </p:cNvPr>
          <p:cNvSpPr/>
          <p:nvPr/>
        </p:nvSpPr>
        <p:spPr>
          <a:xfrm>
            <a:off x="2140031" y="1955275"/>
            <a:ext cx="206620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6FF"/>
                </a:solidFill>
              </a:rPr>
              <a:t>Core mobile UI framework</a:t>
            </a:r>
            <a:endParaRPr lang="en-US" sz="1000" dirty="0"/>
          </a:p>
        </p:txBody>
      </p:sp>
      <p:sp>
        <p:nvSpPr>
          <p:cNvPr id="1606" name="Shape 18">
            <a:extLst>
              <a:ext uri="{FF2B5EF4-FFF2-40B4-BE49-F238E27FC236}">
                <a16:creationId xmlns:a16="http://schemas.microsoft.com/office/drawing/2014/main" id="{51AFA985-3045-9F52-7174-D7ABA1206402}"/>
              </a:ext>
            </a:extLst>
          </p:cNvPr>
          <p:cNvSpPr/>
          <p:nvPr/>
        </p:nvSpPr>
        <p:spPr>
          <a:xfrm>
            <a:off x="165262" y="2311891"/>
            <a:ext cx="4132418" cy="384048"/>
          </a:xfrm>
          <a:prstGeom prst="roundRect">
            <a:avLst>
              <a:gd name="adj" fmla="val 14286"/>
            </a:avLst>
          </a:prstGeom>
          <a:solidFill>
            <a:srgbClr val="312D9E">
              <a:alpha val="54000"/>
            </a:srgbClr>
          </a:solidFill>
          <a:ln w="6350">
            <a:solidFill>
              <a:srgbClr val="4B47B8"/>
            </a:solidFill>
            <a:prstDash val="solid"/>
          </a:ln>
        </p:spPr>
      </p:sp>
      <p:sp>
        <p:nvSpPr>
          <p:cNvPr id="1607" name="Text 19">
            <a:extLst>
              <a:ext uri="{FF2B5EF4-FFF2-40B4-BE49-F238E27FC236}">
                <a16:creationId xmlns:a16="http://schemas.microsoft.com/office/drawing/2014/main" id="{D93681AA-0E83-0802-5518-C05DA9BE5777}"/>
              </a:ext>
            </a:extLst>
          </p:cNvPr>
          <p:cNvSpPr/>
          <p:nvPr/>
        </p:nvSpPr>
        <p:spPr>
          <a:xfrm>
            <a:off x="364387" y="2385043"/>
            <a:ext cx="1784453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E0CC"/>
                </a:solidFill>
              </a:rPr>
              <a:t>TypeScript ~5.9</a:t>
            </a:r>
            <a:endParaRPr lang="en-US" sz="1000" dirty="0"/>
          </a:p>
        </p:txBody>
      </p:sp>
      <p:sp>
        <p:nvSpPr>
          <p:cNvPr id="1608" name="Text 20">
            <a:extLst>
              <a:ext uri="{FF2B5EF4-FFF2-40B4-BE49-F238E27FC236}">
                <a16:creationId xmlns:a16="http://schemas.microsoft.com/office/drawing/2014/main" id="{E716C584-DFE3-E8CA-4F47-8256DD983943}"/>
              </a:ext>
            </a:extLst>
          </p:cNvPr>
          <p:cNvSpPr/>
          <p:nvPr/>
        </p:nvSpPr>
        <p:spPr>
          <a:xfrm>
            <a:off x="2140031" y="2385043"/>
            <a:ext cx="206620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6FF"/>
                </a:solidFill>
              </a:rPr>
              <a:t>Full type safety across codebase</a:t>
            </a:r>
            <a:endParaRPr lang="en-US" sz="1000" dirty="0"/>
          </a:p>
        </p:txBody>
      </p:sp>
      <p:sp>
        <p:nvSpPr>
          <p:cNvPr id="1668" name="Shape 21">
            <a:extLst>
              <a:ext uri="{FF2B5EF4-FFF2-40B4-BE49-F238E27FC236}">
                <a16:creationId xmlns:a16="http://schemas.microsoft.com/office/drawing/2014/main" id="{80A43D19-55B1-C4E7-66E2-1FA72BEE17D3}"/>
              </a:ext>
            </a:extLst>
          </p:cNvPr>
          <p:cNvSpPr/>
          <p:nvPr/>
        </p:nvSpPr>
        <p:spPr>
          <a:xfrm>
            <a:off x="165262" y="2741659"/>
            <a:ext cx="4132418" cy="384048"/>
          </a:xfrm>
          <a:prstGeom prst="roundRect">
            <a:avLst>
              <a:gd name="adj" fmla="val 14286"/>
            </a:avLst>
          </a:prstGeom>
          <a:solidFill>
            <a:srgbClr val="3D3A9E"/>
          </a:solidFill>
          <a:ln w="6350">
            <a:solidFill>
              <a:srgbClr val="4B47B8"/>
            </a:solidFill>
            <a:prstDash val="solid"/>
          </a:ln>
        </p:spPr>
      </p:sp>
      <p:sp>
        <p:nvSpPr>
          <p:cNvPr id="1669" name="Text 22">
            <a:extLst>
              <a:ext uri="{FF2B5EF4-FFF2-40B4-BE49-F238E27FC236}">
                <a16:creationId xmlns:a16="http://schemas.microsoft.com/office/drawing/2014/main" id="{DD98A158-D497-8AC8-91F2-CE8CB8EB30B2}"/>
              </a:ext>
            </a:extLst>
          </p:cNvPr>
          <p:cNvSpPr/>
          <p:nvPr/>
        </p:nvSpPr>
        <p:spPr>
          <a:xfrm>
            <a:off x="364387" y="2814811"/>
            <a:ext cx="1784453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E0CC"/>
                </a:solidFill>
              </a:rPr>
              <a:t>Expo Router ~6</a:t>
            </a:r>
            <a:endParaRPr lang="en-US" sz="1000" dirty="0"/>
          </a:p>
        </p:txBody>
      </p:sp>
      <p:sp>
        <p:nvSpPr>
          <p:cNvPr id="1670" name="Text 23">
            <a:extLst>
              <a:ext uri="{FF2B5EF4-FFF2-40B4-BE49-F238E27FC236}">
                <a16:creationId xmlns:a16="http://schemas.microsoft.com/office/drawing/2014/main" id="{C6027B77-2B0C-E8A5-47DB-7D07156F8FF3}"/>
              </a:ext>
            </a:extLst>
          </p:cNvPr>
          <p:cNvSpPr/>
          <p:nvPr/>
        </p:nvSpPr>
        <p:spPr>
          <a:xfrm>
            <a:off x="2140031" y="2814811"/>
            <a:ext cx="206620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6FF"/>
                </a:solidFill>
              </a:rPr>
              <a:t>File-based typed navigation</a:t>
            </a:r>
            <a:endParaRPr lang="en-US" sz="1000" dirty="0"/>
          </a:p>
        </p:txBody>
      </p:sp>
      <p:sp>
        <p:nvSpPr>
          <p:cNvPr id="1671" name="Shape 24">
            <a:extLst>
              <a:ext uri="{FF2B5EF4-FFF2-40B4-BE49-F238E27FC236}">
                <a16:creationId xmlns:a16="http://schemas.microsoft.com/office/drawing/2014/main" id="{5728F5C8-7A20-51F4-9E19-2AD298E56DDB}"/>
              </a:ext>
            </a:extLst>
          </p:cNvPr>
          <p:cNvSpPr/>
          <p:nvPr/>
        </p:nvSpPr>
        <p:spPr>
          <a:xfrm>
            <a:off x="165262" y="3171427"/>
            <a:ext cx="4132418" cy="384048"/>
          </a:xfrm>
          <a:prstGeom prst="roundRect">
            <a:avLst>
              <a:gd name="adj" fmla="val 14286"/>
            </a:avLst>
          </a:prstGeom>
          <a:solidFill>
            <a:srgbClr val="312D9E">
              <a:alpha val="54000"/>
            </a:srgbClr>
          </a:solidFill>
          <a:ln w="6350">
            <a:solidFill>
              <a:srgbClr val="4B47B8"/>
            </a:solidFill>
            <a:prstDash val="solid"/>
          </a:ln>
        </p:spPr>
      </p:sp>
      <p:sp>
        <p:nvSpPr>
          <p:cNvPr id="1672" name="Text 25">
            <a:extLst>
              <a:ext uri="{FF2B5EF4-FFF2-40B4-BE49-F238E27FC236}">
                <a16:creationId xmlns:a16="http://schemas.microsoft.com/office/drawing/2014/main" id="{870F66D6-08E9-1753-7425-2103D3B0905F}"/>
              </a:ext>
            </a:extLst>
          </p:cNvPr>
          <p:cNvSpPr/>
          <p:nvPr/>
        </p:nvSpPr>
        <p:spPr>
          <a:xfrm>
            <a:off x="364387" y="3244579"/>
            <a:ext cx="1784453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E0CC"/>
                </a:solidFill>
              </a:rPr>
              <a:t>NativeWind 4 + Tailwind 3</a:t>
            </a:r>
            <a:endParaRPr lang="en-US" sz="1000" dirty="0"/>
          </a:p>
        </p:txBody>
      </p:sp>
      <p:sp>
        <p:nvSpPr>
          <p:cNvPr id="1673" name="Text 26">
            <a:extLst>
              <a:ext uri="{FF2B5EF4-FFF2-40B4-BE49-F238E27FC236}">
                <a16:creationId xmlns:a16="http://schemas.microsoft.com/office/drawing/2014/main" id="{2CD1B29C-4F0B-777F-E476-6962F4A1DDF0}"/>
              </a:ext>
            </a:extLst>
          </p:cNvPr>
          <p:cNvSpPr/>
          <p:nvPr/>
        </p:nvSpPr>
        <p:spPr>
          <a:xfrm>
            <a:off x="2140031" y="3244579"/>
            <a:ext cx="206620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6FF"/>
                </a:solidFill>
              </a:rPr>
              <a:t>Utility CSS → React Native styles</a:t>
            </a:r>
            <a:endParaRPr lang="en-US" sz="1000" dirty="0"/>
          </a:p>
        </p:txBody>
      </p:sp>
      <p:sp>
        <p:nvSpPr>
          <p:cNvPr id="1674" name="Shape 27">
            <a:extLst>
              <a:ext uri="{FF2B5EF4-FFF2-40B4-BE49-F238E27FC236}">
                <a16:creationId xmlns:a16="http://schemas.microsoft.com/office/drawing/2014/main" id="{0CEC8095-2700-4508-3434-AFEC60790D6A}"/>
              </a:ext>
            </a:extLst>
          </p:cNvPr>
          <p:cNvSpPr/>
          <p:nvPr/>
        </p:nvSpPr>
        <p:spPr>
          <a:xfrm>
            <a:off x="165262" y="3601195"/>
            <a:ext cx="4132418" cy="384048"/>
          </a:xfrm>
          <a:prstGeom prst="roundRect">
            <a:avLst>
              <a:gd name="adj" fmla="val 14286"/>
            </a:avLst>
          </a:prstGeom>
          <a:solidFill>
            <a:srgbClr val="3D3A9E"/>
          </a:solidFill>
          <a:ln w="6350">
            <a:solidFill>
              <a:srgbClr val="4B47B8"/>
            </a:solidFill>
            <a:prstDash val="solid"/>
          </a:ln>
        </p:spPr>
      </p:sp>
      <p:sp>
        <p:nvSpPr>
          <p:cNvPr id="1675" name="Text 28">
            <a:extLst>
              <a:ext uri="{FF2B5EF4-FFF2-40B4-BE49-F238E27FC236}">
                <a16:creationId xmlns:a16="http://schemas.microsoft.com/office/drawing/2014/main" id="{77EE3A62-934F-346C-F7E2-4EAA9676CCFB}"/>
              </a:ext>
            </a:extLst>
          </p:cNvPr>
          <p:cNvSpPr/>
          <p:nvPr/>
        </p:nvSpPr>
        <p:spPr>
          <a:xfrm>
            <a:off x="364387" y="3674347"/>
            <a:ext cx="1784453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E0CC"/>
                </a:solidFill>
              </a:rPr>
              <a:t>react-native-svg 15</a:t>
            </a:r>
            <a:endParaRPr lang="en-US" sz="1000" dirty="0"/>
          </a:p>
        </p:txBody>
      </p:sp>
      <p:sp>
        <p:nvSpPr>
          <p:cNvPr id="1676" name="Text 29">
            <a:extLst>
              <a:ext uri="{FF2B5EF4-FFF2-40B4-BE49-F238E27FC236}">
                <a16:creationId xmlns:a16="http://schemas.microsoft.com/office/drawing/2014/main" id="{77948E04-FD09-56AA-C4C4-42BF06B2E6EC}"/>
              </a:ext>
            </a:extLst>
          </p:cNvPr>
          <p:cNvSpPr/>
          <p:nvPr/>
        </p:nvSpPr>
        <p:spPr>
          <a:xfrm>
            <a:off x="2140031" y="3674347"/>
            <a:ext cx="206620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6FF"/>
                </a:solidFill>
              </a:rPr>
              <a:t>SVG gauges &amp; trend charts</a:t>
            </a:r>
            <a:endParaRPr lang="en-US" sz="1000" dirty="0"/>
          </a:p>
        </p:txBody>
      </p:sp>
      <p:sp>
        <p:nvSpPr>
          <p:cNvPr id="1677" name="Shape 30">
            <a:extLst>
              <a:ext uri="{FF2B5EF4-FFF2-40B4-BE49-F238E27FC236}">
                <a16:creationId xmlns:a16="http://schemas.microsoft.com/office/drawing/2014/main" id="{A57B5708-7323-D9EA-E570-65A49697A59C}"/>
              </a:ext>
            </a:extLst>
          </p:cNvPr>
          <p:cNvSpPr/>
          <p:nvPr/>
        </p:nvSpPr>
        <p:spPr>
          <a:xfrm>
            <a:off x="165262" y="4030963"/>
            <a:ext cx="4132418" cy="384048"/>
          </a:xfrm>
          <a:prstGeom prst="roundRect">
            <a:avLst>
              <a:gd name="adj" fmla="val 14286"/>
            </a:avLst>
          </a:prstGeom>
          <a:solidFill>
            <a:srgbClr val="312D9E">
              <a:alpha val="54000"/>
            </a:srgbClr>
          </a:solidFill>
          <a:ln w="6350">
            <a:solidFill>
              <a:srgbClr val="4B47B8"/>
            </a:solidFill>
            <a:prstDash val="solid"/>
          </a:ln>
        </p:spPr>
      </p:sp>
      <p:sp>
        <p:nvSpPr>
          <p:cNvPr id="1678" name="Text 31">
            <a:extLst>
              <a:ext uri="{FF2B5EF4-FFF2-40B4-BE49-F238E27FC236}">
                <a16:creationId xmlns:a16="http://schemas.microsoft.com/office/drawing/2014/main" id="{AEEA412B-F6EF-E6AA-C29D-80B9B46E83F2}"/>
              </a:ext>
            </a:extLst>
          </p:cNvPr>
          <p:cNvSpPr/>
          <p:nvPr/>
        </p:nvSpPr>
        <p:spPr>
          <a:xfrm>
            <a:off x="364387" y="4104115"/>
            <a:ext cx="1784453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E0CC"/>
                </a:solidFill>
              </a:rPr>
              <a:t>expo-linear-gradient</a:t>
            </a:r>
            <a:endParaRPr lang="en-US" sz="1000" dirty="0"/>
          </a:p>
        </p:txBody>
      </p:sp>
      <p:sp>
        <p:nvSpPr>
          <p:cNvPr id="1679" name="Text 32">
            <a:extLst>
              <a:ext uri="{FF2B5EF4-FFF2-40B4-BE49-F238E27FC236}">
                <a16:creationId xmlns:a16="http://schemas.microsoft.com/office/drawing/2014/main" id="{88D7ED1E-295D-0A35-7C3E-A6EB30E1688F}"/>
              </a:ext>
            </a:extLst>
          </p:cNvPr>
          <p:cNvSpPr/>
          <p:nvPr/>
        </p:nvSpPr>
        <p:spPr>
          <a:xfrm>
            <a:off x="2140031" y="4104115"/>
            <a:ext cx="206620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6FF"/>
                </a:solidFill>
              </a:rPr>
              <a:t>Onboarding gradient background</a:t>
            </a:r>
            <a:endParaRPr lang="en-US" sz="1000" dirty="0"/>
          </a:p>
        </p:txBody>
      </p:sp>
      <p:sp>
        <p:nvSpPr>
          <p:cNvPr id="1680" name="Text 33">
            <a:extLst>
              <a:ext uri="{FF2B5EF4-FFF2-40B4-BE49-F238E27FC236}">
                <a16:creationId xmlns:a16="http://schemas.microsoft.com/office/drawing/2014/main" id="{B8CBE1D7-1D77-1FE8-25D8-E7BFC0A8B94A}"/>
              </a:ext>
            </a:extLst>
          </p:cNvPr>
          <p:cNvSpPr/>
          <p:nvPr/>
        </p:nvSpPr>
        <p:spPr>
          <a:xfrm>
            <a:off x="4496805" y="1111741"/>
            <a:ext cx="422633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CE0CC"/>
                </a:solidFill>
              </a:rPr>
              <a:t>TYPESCRIPT DATA MODEL</a:t>
            </a:r>
            <a:endParaRPr lang="en-US" sz="1000" dirty="0"/>
          </a:p>
        </p:txBody>
      </p:sp>
      <p:sp>
        <p:nvSpPr>
          <p:cNvPr id="1681" name="Shape 34">
            <a:extLst>
              <a:ext uri="{FF2B5EF4-FFF2-40B4-BE49-F238E27FC236}">
                <a16:creationId xmlns:a16="http://schemas.microsoft.com/office/drawing/2014/main" id="{B98009D2-5194-64E4-FE13-DC298F4FC26C}"/>
              </a:ext>
            </a:extLst>
          </p:cNvPr>
          <p:cNvSpPr/>
          <p:nvPr/>
        </p:nvSpPr>
        <p:spPr>
          <a:xfrm>
            <a:off x="4496805" y="1438639"/>
            <a:ext cx="4273296" cy="3246120"/>
          </a:xfrm>
          <a:prstGeom prst="roundRect">
            <a:avLst>
              <a:gd name="adj" fmla="val 4225"/>
            </a:avLst>
          </a:prstGeom>
          <a:solidFill>
            <a:srgbClr val="3D3A9E">
              <a:alpha val="60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82" name="Text 35">
            <a:extLst>
              <a:ext uri="{FF2B5EF4-FFF2-40B4-BE49-F238E27FC236}">
                <a16:creationId xmlns:a16="http://schemas.microsoft.com/office/drawing/2014/main" id="{327EEA68-EE89-DD63-3ECD-24E7F68FB22E}"/>
              </a:ext>
            </a:extLst>
          </p:cNvPr>
          <p:cNvSpPr/>
          <p:nvPr/>
        </p:nvSpPr>
        <p:spPr>
          <a:xfrm>
            <a:off x="4593872" y="1525507"/>
            <a:ext cx="1596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1683" name="Text 36">
            <a:extLst>
              <a:ext uri="{FF2B5EF4-FFF2-40B4-BE49-F238E27FC236}">
                <a16:creationId xmlns:a16="http://schemas.microsoft.com/office/drawing/2014/main" id="{0291BABC-D78A-3110-C1B0-7D24B8FB2DA3}"/>
              </a:ext>
            </a:extLst>
          </p:cNvPr>
          <p:cNvSpPr/>
          <p:nvPr/>
        </p:nvSpPr>
        <p:spPr>
          <a:xfrm>
            <a:off x="6188177" y="1525507"/>
            <a:ext cx="11270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1684" name="Text 37">
            <a:extLst>
              <a:ext uri="{FF2B5EF4-FFF2-40B4-BE49-F238E27FC236}">
                <a16:creationId xmlns:a16="http://schemas.microsoft.com/office/drawing/2014/main" id="{691F191F-C47A-D79B-ECDD-7F75D1F5FB12}"/>
              </a:ext>
            </a:extLst>
          </p:cNvPr>
          <p:cNvSpPr/>
          <p:nvPr/>
        </p:nvSpPr>
        <p:spPr>
          <a:xfrm>
            <a:off x="7307932" y="1525507"/>
            <a:ext cx="13148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ABDB"/>
                </a:solidFill>
              </a:rPr>
              <a:t>Unique probe GUID</a:t>
            </a:r>
            <a:endParaRPr lang="en-US" sz="800" dirty="0"/>
          </a:p>
        </p:txBody>
      </p:sp>
      <p:sp>
        <p:nvSpPr>
          <p:cNvPr id="1685" name="Text 38">
            <a:extLst>
              <a:ext uri="{FF2B5EF4-FFF2-40B4-BE49-F238E27FC236}">
                <a16:creationId xmlns:a16="http://schemas.microsoft.com/office/drawing/2014/main" id="{9D8D6381-AFBE-5A40-E8F1-802999734AD2}"/>
              </a:ext>
            </a:extLst>
          </p:cNvPr>
          <p:cNvSpPr/>
          <p:nvPr/>
        </p:nvSpPr>
        <p:spPr>
          <a:xfrm>
            <a:off x="4593872" y="1891267"/>
            <a:ext cx="1596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900" dirty="0"/>
          </a:p>
        </p:txBody>
      </p:sp>
      <p:sp>
        <p:nvSpPr>
          <p:cNvPr id="1686" name="Text 39">
            <a:extLst>
              <a:ext uri="{FF2B5EF4-FFF2-40B4-BE49-F238E27FC236}">
                <a16:creationId xmlns:a16="http://schemas.microsoft.com/office/drawing/2014/main" id="{03C49C5F-73D1-50CF-D808-78F813F91E9A}"/>
              </a:ext>
            </a:extLst>
          </p:cNvPr>
          <p:cNvSpPr/>
          <p:nvPr/>
        </p:nvSpPr>
        <p:spPr>
          <a:xfrm>
            <a:off x="6188177" y="1891267"/>
            <a:ext cx="11270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1687" name="Text 40">
            <a:extLst>
              <a:ext uri="{FF2B5EF4-FFF2-40B4-BE49-F238E27FC236}">
                <a16:creationId xmlns:a16="http://schemas.microsoft.com/office/drawing/2014/main" id="{78D7523C-E113-62FC-9C85-E7F9B2F5D8CE}"/>
              </a:ext>
            </a:extLst>
          </p:cNvPr>
          <p:cNvSpPr/>
          <p:nvPr/>
        </p:nvSpPr>
        <p:spPr>
          <a:xfrm>
            <a:off x="7307932" y="1891267"/>
            <a:ext cx="13148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ABDB"/>
                </a:solidFill>
              </a:rPr>
              <a:t>ISO 8601 datetime</a:t>
            </a:r>
            <a:endParaRPr lang="en-US" sz="800" dirty="0"/>
          </a:p>
        </p:txBody>
      </p:sp>
      <p:sp>
        <p:nvSpPr>
          <p:cNvPr id="1688" name="Text 41">
            <a:extLst>
              <a:ext uri="{FF2B5EF4-FFF2-40B4-BE49-F238E27FC236}">
                <a16:creationId xmlns:a16="http://schemas.microsoft.com/office/drawing/2014/main" id="{2493B5F1-167A-2FC0-9F3D-6A51BB78B998}"/>
              </a:ext>
            </a:extLst>
          </p:cNvPr>
          <p:cNvSpPr/>
          <p:nvPr/>
        </p:nvSpPr>
        <p:spPr>
          <a:xfrm>
            <a:off x="4593872" y="2257027"/>
            <a:ext cx="1596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carrierName</a:t>
            </a:r>
            <a:endParaRPr lang="en-US" sz="900" dirty="0"/>
          </a:p>
        </p:txBody>
      </p:sp>
      <p:sp>
        <p:nvSpPr>
          <p:cNvPr id="1689" name="Text 42">
            <a:extLst>
              <a:ext uri="{FF2B5EF4-FFF2-40B4-BE49-F238E27FC236}">
                <a16:creationId xmlns:a16="http://schemas.microsoft.com/office/drawing/2014/main" id="{BC27C319-A930-99B6-0E5C-C5CC4B9DE6FB}"/>
              </a:ext>
            </a:extLst>
          </p:cNvPr>
          <p:cNvSpPr/>
          <p:nvPr/>
        </p:nvSpPr>
        <p:spPr>
          <a:xfrm>
            <a:off x="6188177" y="2257027"/>
            <a:ext cx="11270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endParaRPr lang="en-US" sz="800" dirty="0"/>
          </a:p>
        </p:txBody>
      </p:sp>
      <p:sp>
        <p:nvSpPr>
          <p:cNvPr id="1690" name="Text 43">
            <a:extLst>
              <a:ext uri="{FF2B5EF4-FFF2-40B4-BE49-F238E27FC236}">
                <a16:creationId xmlns:a16="http://schemas.microsoft.com/office/drawing/2014/main" id="{332A71AE-4828-117E-DC3B-6B4660DD4700}"/>
              </a:ext>
            </a:extLst>
          </p:cNvPr>
          <p:cNvSpPr/>
          <p:nvPr/>
        </p:nvSpPr>
        <p:spPr>
          <a:xfrm>
            <a:off x="7307932" y="2257027"/>
            <a:ext cx="13148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ABDB"/>
                </a:solidFill>
              </a:rPr>
              <a:t>MTN | Orange | CAMTEL</a:t>
            </a:r>
            <a:endParaRPr lang="en-US" sz="800" dirty="0"/>
          </a:p>
        </p:txBody>
      </p:sp>
      <p:sp>
        <p:nvSpPr>
          <p:cNvPr id="1691" name="Text 44">
            <a:extLst>
              <a:ext uri="{FF2B5EF4-FFF2-40B4-BE49-F238E27FC236}">
                <a16:creationId xmlns:a16="http://schemas.microsoft.com/office/drawing/2014/main" id="{78061418-BAD3-7B33-0417-3E33CBB5338E}"/>
              </a:ext>
            </a:extLst>
          </p:cNvPr>
          <p:cNvSpPr/>
          <p:nvPr/>
        </p:nvSpPr>
        <p:spPr>
          <a:xfrm>
            <a:off x="4593872" y="2622787"/>
            <a:ext cx="1596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networkGeneration</a:t>
            </a:r>
            <a:endParaRPr lang="en-US" sz="900" dirty="0"/>
          </a:p>
        </p:txBody>
      </p:sp>
      <p:sp>
        <p:nvSpPr>
          <p:cNvPr id="1692" name="Text 45">
            <a:extLst>
              <a:ext uri="{FF2B5EF4-FFF2-40B4-BE49-F238E27FC236}">
                <a16:creationId xmlns:a16="http://schemas.microsoft.com/office/drawing/2014/main" id="{BFC9EBE8-CF40-7B70-FF3D-0E722F459830}"/>
              </a:ext>
            </a:extLst>
          </p:cNvPr>
          <p:cNvSpPr/>
          <p:nvPr/>
        </p:nvSpPr>
        <p:spPr>
          <a:xfrm>
            <a:off x="6188177" y="2622787"/>
            <a:ext cx="11270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endParaRPr lang="en-US" sz="800" dirty="0"/>
          </a:p>
        </p:txBody>
      </p:sp>
      <p:sp>
        <p:nvSpPr>
          <p:cNvPr id="1693" name="Text 46">
            <a:extLst>
              <a:ext uri="{FF2B5EF4-FFF2-40B4-BE49-F238E27FC236}">
                <a16:creationId xmlns:a16="http://schemas.microsoft.com/office/drawing/2014/main" id="{E19E060F-81DF-1E7E-35B8-A18AEEA0EEA5}"/>
              </a:ext>
            </a:extLst>
          </p:cNvPr>
          <p:cNvSpPr/>
          <p:nvPr/>
        </p:nvSpPr>
        <p:spPr>
          <a:xfrm>
            <a:off x="7307932" y="2622787"/>
            <a:ext cx="13148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ABDB"/>
                </a:solidFill>
              </a:rPr>
              <a:t>2G | 3G | 4G | 5G</a:t>
            </a:r>
            <a:endParaRPr lang="en-US" sz="800" dirty="0"/>
          </a:p>
        </p:txBody>
      </p:sp>
      <p:sp>
        <p:nvSpPr>
          <p:cNvPr id="1694" name="Text 47">
            <a:extLst>
              <a:ext uri="{FF2B5EF4-FFF2-40B4-BE49-F238E27FC236}">
                <a16:creationId xmlns:a16="http://schemas.microsoft.com/office/drawing/2014/main" id="{B996FEAA-37D4-A36A-7109-FE2C50D4E6DC}"/>
              </a:ext>
            </a:extLst>
          </p:cNvPr>
          <p:cNvSpPr/>
          <p:nvPr/>
        </p:nvSpPr>
        <p:spPr>
          <a:xfrm>
            <a:off x="4593872" y="2988547"/>
            <a:ext cx="1596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rsrp / rssi / sinr</a:t>
            </a:r>
            <a:endParaRPr lang="en-US" sz="900" dirty="0"/>
          </a:p>
        </p:txBody>
      </p:sp>
      <p:sp>
        <p:nvSpPr>
          <p:cNvPr id="1695" name="Text 48">
            <a:extLst>
              <a:ext uri="{FF2B5EF4-FFF2-40B4-BE49-F238E27FC236}">
                <a16:creationId xmlns:a16="http://schemas.microsoft.com/office/drawing/2014/main" id="{6EE8E5AE-E2A9-8F28-2A44-342392E9E329}"/>
              </a:ext>
            </a:extLst>
          </p:cNvPr>
          <p:cNvSpPr/>
          <p:nvPr/>
        </p:nvSpPr>
        <p:spPr>
          <a:xfrm>
            <a:off x="6188177" y="2988547"/>
            <a:ext cx="11270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| null</a:t>
            </a:r>
            <a:endParaRPr lang="en-US" sz="800" dirty="0"/>
          </a:p>
        </p:txBody>
      </p:sp>
      <p:sp>
        <p:nvSpPr>
          <p:cNvPr id="1696" name="Text 49">
            <a:extLst>
              <a:ext uri="{FF2B5EF4-FFF2-40B4-BE49-F238E27FC236}">
                <a16:creationId xmlns:a16="http://schemas.microsoft.com/office/drawing/2014/main" id="{DA0D9E9F-2D60-FDE0-BF14-B5CFC8FAE0F4}"/>
              </a:ext>
            </a:extLst>
          </p:cNvPr>
          <p:cNvSpPr/>
          <p:nvPr/>
        </p:nvSpPr>
        <p:spPr>
          <a:xfrm>
            <a:off x="7307932" y="2988547"/>
            <a:ext cx="13148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ABDB"/>
                </a:solidFill>
              </a:rPr>
              <a:t>Nullable on iOS</a:t>
            </a:r>
            <a:endParaRPr lang="en-US" sz="800" dirty="0"/>
          </a:p>
        </p:txBody>
      </p:sp>
      <p:sp>
        <p:nvSpPr>
          <p:cNvPr id="1697" name="Text 50">
            <a:extLst>
              <a:ext uri="{FF2B5EF4-FFF2-40B4-BE49-F238E27FC236}">
                <a16:creationId xmlns:a16="http://schemas.microsoft.com/office/drawing/2014/main" id="{8CCA0399-20A2-D226-B9B3-29FD1D150926}"/>
              </a:ext>
            </a:extLst>
          </p:cNvPr>
          <p:cNvSpPr/>
          <p:nvPr/>
        </p:nvSpPr>
        <p:spPr>
          <a:xfrm>
            <a:off x="4593872" y="3354307"/>
            <a:ext cx="1596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latencyPingMs</a:t>
            </a:r>
            <a:endParaRPr lang="en-US" sz="900" dirty="0"/>
          </a:p>
        </p:txBody>
      </p:sp>
      <p:sp>
        <p:nvSpPr>
          <p:cNvPr id="1698" name="Text 51">
            <a:extLst>
              <a:ext uri="{FF2B5EF4-FFF2-40B4-BE49-F238E27FC236}">
                <a16:creationId xmlns:a16="http://schemas.microsoft.com/office/drawing/2014/main" id="{8CEFD0E6-362C-D403-8BFE-37BDC87EBCFF}"/>
              </a:ext>
            </a:extLst>
          </p:cNvPr>
          <p:cNvSpPr/>
          <p:nvPr/>
        </p:nvSpPr>
        <p:spPr>
          <a:xfrm>
            <a:off x="6188177" y="3354307"/>
            <a:ext cx="11270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800" dirty="0"/>
          </a:p>
        </p:txBody>
      </p:sp>
      <p:sp>
        <p:nvSpPr>
          <p:cNvPr id="1699" name="Text 52">
            <a:extLst>
              <a:ext uri="{FF2B5EF4-FFF2-40B4-BE49-F238E27FC236}">
                <a16:creationId xmlns:a16="http://schemas.microsoft.com/office/drawing/2014/main" id="{E6033C9E-0E25-D580-3763-BB6D4094543E}"/>
              </a:ext>
            </a:extLst>
          </p:cNvPr>
          <p:cNvSpPr/>
          <p:nvPr/>
        </p:nvSpPr>
        <p:spPr>
          <a:xfrm>
            <a:off x="7307932" y="3354307"/>
            <a:ext cx="13148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ABDB"/>
                </a:solidFill>
              </a:rPr>
              <a:t>Round-trip time (ms)</a:t>
            </a:r>
            <a:endParaRPr lang="en-US" sz="800" dirty="0"/>
          </a:p>
        </p:txBody>
      </p:sp>
      <p:sp>
        <p:nvSpPr>
          <p:cNvPr id="1700" name="Text 53">
            <a:extLst>
              <a:ext uri="{FF2B5EF4-FFF2-40B4-BE49-F238E27FC236}">
                <a16:creationId xmlns:a16="http://schemas.microsoft.com/office/drawing/2014/main" id="{A54829C1-A015-3445-ED58-79622BA5B461}"/>
              </a:ext>
            </a:extLst>
          </p:cNvPr>
          <p:cNvSpPr/>
          <p:nvPr/>
        </p:nvSpPr>
        <p:spPr>
          <a:xfrm>
            <a:off x="4593872" y="3720067"/>
            <a:ext cx="1596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packetLossPercentage</a:t>
            </a:r>
            <a:endParaRPr lang="en-US" sz="900" dirty="0"/>
          </a:p>
        </p:txBody>
      </p:sp>
      <p:sp>
        <p:nvSpPr>
          <p:cNvPr id="1701" name="Text 54">
            <a:extLst>
              <a:ext uri="{FF2B5EF4-FFF2-40B4-BE49-F238E27FC236}">
                <a16:creationId xmlns:a16="http://schemas.microsoft.com/office/drawing/2014/main" id="{94793AD2-F12A-5A9D-A6FD-8086A374E311}"/>
              </a:ext>
            </a:extLst>
          </p:cNvPr>
          <p:cNvSpPr/>
          <p:nvPr/>
        </p:nvSpPr>
        <p:spPr>
          <a:xfrm>
            <a:off x="6188177" y="3720067"/>
            <a:ext cx="11270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800" dirty="0"/>
          </a:p>
        </p:txBody>
      </p:sp>
      <p:sp>
        <p:nvSpPr>
          <p:cNvPr id="1702" name="Text 55">
            <a:extLst>
              <a:ext uri="{FF2B5EF4-FFF2-40B4-BE49-F238E27FC236}">
                <a16:creationId xmlns:a16="http://schemas.microsoft.com/office/drawing/2014/main" id="{89E4FAB5-6639-AC6A-7C7F-897A36C96034}"/>
              </a:ext>
            </a:extLst>
          </p:cNvPr>
          <p:cNvSpPr/>
          <p:nvPr/>
        </p:nvSpPr>
        <p:spPr>
          <a:xfrm>
            <a:off x="7307932" y="3720067"/>
            <a:ext cx="13148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ABDB"/>
                </a:solidFill>
              </a:rPr>
              <a:t>0%–100% loss</a:t>
            </a:r>
            <a:endParaRPr lang="en-US" sz="800" dirty="0"/>
          </a:p>
        </p:txBody>
      </p:sp>
      <p:sp>
        <p:nvSpPr>
          <p:cNvPr id="1703" name="Text 56">
            <a:extLst>
              <a:ext uri="{FF2B5EF4-FFF2-40B4-BE49-F238E27FC236}">
                <a16:creationId xmlns:a16="http://schemas.microsoft.com/office/drawing/2014/main" id="{A7C886C0-28FD-E27A-8E1B-597B12E219AC}"/>
              </a:ext>
            </a:extLst>
          </p:cNvPr>
          <p:cNvSpPr/>
          <p:nvPr/>
        </p:nvSpPr>
        <p:spPr>
          <a:xfrm>
            <a:off x="4593872" y="4085827"/>
            <a:ext cx="1596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districtLocation</a:t>
            </a:r>
            <a:endParaRPr lang="en-US" sz="900" dirty="0"/>
          </a:p>
        </p:txBody>
      </p:sp>
      <p:sp>
        <p:nvSpPr>
          <p:cNvPr id="1704" name="Text 57">
            <a:extLst>
              <a:ext uri="{FF2B5EF4-FFF2-40B4-BE49-F238E27FC236}">
                <a16:creationId xmlns:a16="http://schemas.microsoft.com/office/drawing/2014/main" id="{ED801AF9-9C89-3C54-A6FF-F7BC94F319BC}"/>
              </a:ext>
            </a:extLst>
          </p:cNvPr>
          <p:cNvSpPr/>
          <p:nvPr/>
        </p:nvSpPr>
        <p:spPr>
          <a:xfrm>
            <a:off x="6188177" y="4085827"/>
            <a:ext cx="11270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| null</a:t>
            </a:r>
            <a:endParaRPr lang="en-US" sz="800" dirty="0"/>
          </a:p>
        </p:txBody>
      </p:sp>
      <p:sp>
        <p:nvSpPr>
          <p:cNvPr id="1705" name="Text 58">
            <a:extLst>
              <a:ext uri="{FF2B5EF4-FFF2-40B4-BE49-F238E27FC236}">
                <a16:creationId xmlns:a16="http://schemas.microsoft.com/office/drawing/2014/main" id="{22DC9502-7D06-ABF9-62B9-82BC63A3DE32}"/>
              </a:ext>
            </a:extLst>
          </p:cNvPr>
          <p:cNvSpPr/>
          <p:nvPr/>
        </p:nvSpPr>
        <p:spPr>
          <a:xfrm>
            <a:off x="7307932" y="4085827"/>
            <a:ext cx="13148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ABDB"/>
                </a:solidFill>
              </a:rPr>
              <a:t>District-level only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>
          <a:extLst>
            <a:ext uri="{FF2B5EF4-FFF2-40B4-BE49-F238E27FC236}">
              <a16:creationId xmlns:a16="http://schemas.microsoft.com/office/drawing/2014/main" id="{A338E712-3489-DEF3-FA1A-FD53B407E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67">
            <a:extLst>
              <a:ext uri="{FF2B5EF4-FFF2-40B4-BE49-F238E27FC236}">
                <a16:creationId xmlns:a16="http://schemas.microsoft.com/office/drawing/2014/main" id="{4658DC6C-A6A0-025F-9603-35EAE2C672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Routing, Styling &amp; Performance</a:t>
            </a:r>
            <a:endParaRPr dirty="0"/>
          </a:p>
        </p:txBody>
      </p:sp>
      <p:sp>
        <p:nvSpPr>
          <p:cNvPr id="1111" name="Google Shape;1111;p67">
            <a:extLst>
              <a:ext uri="{FF2B5EF4-FFF2-40B4-BE49-F238E27FC236}">
                <a16:creationId xmlns:a16="http://schemas.microsoft.com/office/drawing/2014/main" id="{59A171D2-B4B2-C5F4-C10C-CC1263E7982C}"/>
              </a:ext>
            </a:extLst>
          </p:cNvPr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6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25D503A-830E-4F8C-1C8C-ADEFEC477709}"/>
              </a:ext>
            </a:extLst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6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7A78EBD-8CAD-5BFB-2416-FADA86D48183}"/>
              </a:ext>
            </a:extLst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67">
            <a:hlinkClick r:id="rId3" action="ppaction://hlinksldjump"/>
            <a:extLst>
              <a:ext uri="{FF2B5EF4-FFF2-40B4-BE49-F238E27FC236}">
                <a16:creationId xmlns:a16="http://schemas.microsoft.com/office/drawing/2014/main" id="{681BCAA1-7D81-308E-506D-958C1AAD7E42}"/>
              </a:ext>
            </a:extLst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6DC0606A-650D-E0DC-061F-068B9ED3504C}"/>
              </a:ext>
            </a:extLst>
          </p:cNvPr>
          <p:cNvSpPr/>
          <p:nvPr/>
        </p:nvSpPr>
        <p:spPr>
          <a:xfrm>
            <a:off x="359664" y="88970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CE0CC"/>
                </a:solidFill>
              </a:rPr>
              <a:t>NAVIGATION ROUTES</a:t>
            </a:r>
            <a:endParaRPr lang="en-US" sz="1000" dirty="0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743A93C0-D9E8-0E67-D4B0-F78544D56C85}"/>
              </a:ext>
            </a:extLst>
          </p:cNvPr>
          <p:cNvSpPr/>
          <p:nvPr/>
        </p:nvSpPr>
        <p:spPr>
          <a:xfrm>
            <a:off x="313944" y="1182317"/>
            <a:ext cx="4114800" cy="411480"/>
          </a:xfrm>
          <a:prstGeom prst="roundRect">
            <a:avLst>
              <a:gd name="adj" fmla="val 33333"/>
            </a:avLst>
          </a:prstGeom>
          <a:solidFill>
            <a:srgbClr val="312D9E">
              <a:alpha val="54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C86B5C3E-14F3-E080-F59D-2058628D86C3}"/>
              </a:ext>
            </a:extLst>
          </p:cNvPr>
          <p:cNvSpPr/>
          <p:nvPr/>
        </p:nvSpPr>
        <p:spPr>
          <a:xfrm>
            <a:off x="432816" y="1255469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A26F0D3D-9BF1-C385-57D8-56AFDB0B1A6B}"/>
              </a:ext>
            </a:extLst>
          </p:cNvPr>
          <p:cNvSpPr/>
          <p:nvPr/>
        </p:nvSpPr>
        <p:spPr>
          <a:xfrm>
            <a:off x="2115312" y="125546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6FF"/>
                </a:solidFill>
              </a:rPr>
              <a:t>→  OnboardingScreen</a:t>
            </a:r>
            <a:endParaRPr lang="en-US" sz="900" dirty="0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09E17E5C-0B3D-37F1-BB4F-939BB927E460}"/>
              </a:ext>
            </a:extLst>
          </p:cNvPr>
          <p:cNvSpPr/>
          <p:nvPr/>
        </p:nvSpPr>
        <p:spPr>
          <a:xfrm>
            <a:off x="313944" y="1685237"/>
            <a:ext cx="4114800" cy="411480"/>
          </a:xfrm>
          <a:prstGeom prst="roundRect">
            <a:avLst>
              <a:gd name="adj" fmla="val 33333"/>
            </a:avLst>
          </a:prstGeom>
          <a:solidFill>
            <a:srgbClr val="3D3A9E"/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3756EFF7-D935-8A55-6DB6-4190BAB151D9}"/>
              </a:ext>
            </a:extLst>
          </p:cNvPr>
          <p:cNvSpPr/>
          <p:nvPr/>
        </p:nvSpPr>
        <p:spPr>
          <a:xfrm>
            <a:off x="432816" y="1758389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/consent</a:t>
            </a:r>
            <a:endParaRPr lang="en-US" sz="9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4950A70B-773F-21AB-42E1-BD48AF610DCE}"/>
              </a:ext>
            </a:extLst>
          </p:cNvPr>
          <p:cNvSpPr/>
          <p:nvPr/>
        </p:nvSpPr>
        <p:spPr>
          <a:xfrm>
            <a:off x="2115312" y="175838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6FF"/>
                </a:solidFill>
              </a:rPr>
              <a:t>→  ConsentScreen</a:t>
            </a:r>
            <a:endParaRPr lang="en-US" sz="900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7658BD8A-A97A-6642-FC72-514E403A38DB}"/>
              </a:ext>
            </a:extLst>
          </p:cNvPr>
          <p:cNvSpPr/>
          <p:nvPr/>
        </p:nvSpPr>
        <p:spPr>
          <a:xfrm>
            <a:off x="313944" y="2188157"/>
            <a:ext cx="4114800" cy="411480"/>
          </a:xfrm>
          <a:prstGeom prst="roundRect">
            <a:avLst>
              <a:gd name="adj" fmla="val 33333"/>
            </a:avLst>
          </a:prstGeom>
          <a:solidFill>
            <a:srgbClr val="312D9E">
              <a:alpha val="54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F391D9AB-B711-5BE8-978C-1D6F19D7BC39}"/>
              </a:ext>
            </a:extLst>
          </p:cNvPr>
          <p:cNvSpPr/>
          <p:nvPr/>
        </p:nvSpPr>
        <p:spPr>
          <a:xfrm>
            <a:off x="432816" y="2261309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/(tabs)/home</a:t>
            </a:r>
            <a:endParaRPr lang="en-US" sz="9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C2B6F5B1-5D0E-3047-BA5B-65DF2584F2A2}"/>
              </a:ext>
            </a:extLst>
          </p:cNvPr>
          <p:cNvSpPr/>
          <p:nvPr/>
        </p:nvSpPr>
        <p:spPr>
          <a:xfrm>
            <a:off x="2115312" y="226130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6FF"/>
                </a:solidFill>
              </a:rPr>
              <a:t>→  HomeScreen</a:t>
            </a:r>
            <a:endParaRPr lang="en-US" sz="900" dirty="0"/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F6E3CEE6-3829-799C-71FC-73AFB3D703AB}"/>
              </a:ext>
            </a:extLst>
          </p:cNvPr>
          <p:cNvSpPr/>
          <p:nvPr/>
        </p:nvSpPr>
        <p:spPr>
          <a:xfrm>
            <a:off x="313944" y="2691077"/>
            <a:ext cx="4114800" cy="411480"/>
          </a:xfrm>
          <a:prstGeom prst="roundRect">
            <a:avLst>
              <a:gd name="adj" fmla="val 33333"/>
            </a:avLst>
          </a:prstGeom>
          <a:solidFill>
            <a:srgbClr val="3D3A9E"/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09912906-D528-2C94-9357-E565A07DB9AA}"/>
              </a:ext>
            </a:extLst>
          </p:cNvPr>
          <p:cNvSpPr/>
          <p:nvPr/>
        </p:nvSpPr>
        <p:spPr>
          <a:xfrm>
            <a:off x="432816" y="2764229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/(tabs)/history</a:t>
            </a:r>
            <a:endParaRPr lang="en-US" sz="90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4502694D-E9BB-9C12-DA0D-5FDBF0A47DB5}"/>
              </a:ext>
            </a:extLst>
          </p:cNvPr>
          <p:cNvSpPr/>
          <p:nvPr/>
        </p:nvSpPr>
        <p:spPr>
          <a:xfrm>
            <a:off x="2115312" y="276422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6FF"/>
                </a:solidFill>
              </a:rPr>
              <a:t>→  HistoryScreen</a:t>
            </a:r>
            <a:endParaRPr lang="en-US" sz="900" dirty="0"/>
          </a:p>
        </p:txBody>
      </p:sp>
      <p:sp>
        <p:nvSpPr>
          <p:cNvPr id="51" name="Shape 22">
            <a:extLst>
              <a:ext uri="{FF2B5EF4-FFF2-40B4-BE49-F238E27FC236}">
                <a16:creationId xmlns:a16="http://schemas.microsoft.com/office/drawing/2014/main" id="{4ED2CA38-C701-CD5F-4C8F-DD63D3A8F6DA}"/>
              </a:ext>
            </a:extLst>
          </p:cNvPr>
          <p:cNvSpPr/>
          <p:nvPr/>
        </p:nvSpPr>
        <p:spPr>
          <a:xfrm>
            <a:off x="313944" y="3193997"/>
            <a:ext cx="4114800" cy="411480"/>
          </a:xfrm>
          <a:prstGeom prst="roundRect">
            <a:avLst>
              <a:gd name="adj" fmla="val 33333"/>
            </a:avLst>
          </a:prstGeom>
          <a:solidFill>
            <a:srgbClr val="312D9E">
              <a:alpha val="54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83F0BAB5-68C4-DBD4-10A6-5A68C7DD1025}"/>
              </a:ext>
            </a:extLst>
          </p:cNvPr>
          <p:cNvSpPr/>
          <p:nvPr/>
        </p:nvSpPr>
        <p:spPr>
          <a:xfrm>
            <a:off x="432816" y="3267149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/(tabs)/test</a:t>
            </a:r>
            <a:endParaRPr lang="en-US" sz="9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89ECDBE2-C368-4954-C96A-4B9B2F76B284}"/>
              </a:ext>
            </a:extLst>
          </p:cNvPr>
          <p:cNvSpPr/>
          <p:nvPr/>
        </p:nvSpPr>
        <p:spPr>
          <a:xfrm>
            <a:off x="2115312" y="326714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6FF"/>
                </a:solidFill>
              </a:rPr>
              <a:t>→  TestScreen</a:t>
            </a:r>
            <a:endParaRPr lang="en-US" sz="900" dirty="0"/>
          </a:p>
        </p:txBody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4815F591-68E0-B45A-7B91-DA765FC2D63B}"/>
              </a:ext>
            </a:extLst>
          </p:cNvPr>
          <p:cNvSpPr/>
          <p:nvPr/>
        </p:nvSpPr>
        <p:spPr>
          <a:xfrm>
            <a:off x="313944" y="3696917"/>
            <a:ext cx="4114800" cy="411480"/>
          </a:xfrm>
          <a:prstGeom prst="roundRect">
            <a:avLst>
              <a:gd name="adj" fmla="val 33333"/>
            </a:avLst>
          </a:prstGeom>
          <a:solidFill>
            <a:srgbClr val="3D3A9E"/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AA954517-C3D2-AAC8-C165-320B5A8F9D95}"/>
              </a:ext>
            </a:extLst>
          </p:cNvPr>
          <p:cNvSpPr/>
          <p:nvPr/>
        </p:nvSpPr>
        <p:spPr>
          <a:xfrm>
            <a:off x="432816" y="3770069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/(tabs)/settings</a:t>
            </a:r>
            <a:endParaRPr lang="en-US" sz="900" dirty="0"/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9B46425D-5AEE-D573-9A38-6D8433924B01}"/>
              </a:ext>
            </a:extLst>
          </p:cNvPr>
          <p:cNvSpPr/>
          <p:nvPr/>
        </p:nvSpPr>
        <p:spPr>
          <a:xfrm>
            <a:off x="2115312" y="377006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6FF"/>
                </a:solidFill>
              </a:rPr>
              <a:t>→  SettingsScreen</a:t>
            </a:r>
            <a:endParaRPr lang="en-US" sz="900" dirty="0"/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C2905D54-1028-7882-39AD-60051845BEE7}"/>
              </a:ext>
            </a:extLst>
          </p:cNvPr>
          <p:cNvSpPr/>
          <p:nvPr/>
        </p:nvSpPr>
        <p:spPr>
          <a:xfrm>
            <a:off x="4703064" y="889709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CE0CC"/>
                </a:solidFill>
              </a:rPr>
              <a:t>NATIVEWIND STYLING SYSTEM</a:t>
            </a:r>
            <a:endParaRPr lang="en-US" sz="1000" dirty="0"/>
          </a:p>
        </p:txBody>
      </p:sp>
      <p:sp>
        <p:nvSpPr>
          <p:cNvPr id="58" name="Shape 29">
            <a:extLst>
              <a:ext uri="{FF2B5EF4-FFF2-40B4-BE49-F238E27FC236}">
                <a16:creationId xmlns:a16="http://schemas.microsoft.com/office/drawing/2014/main" id="{05B7E26B-0570-B0A5-5144-E0256D5C1F1A}"/>
              </a:ext>
            </a:extLst>
          </p:cNvPr>
          <p:cNvSpPr/>
          <p:nvPr/>
        </p:nvSpPr>
        <p:spPr>
          <a:xfrm>
            <a:off x="4657344" y="1182317"/>
            <a:ext cx="4114800" cy="1371600"/>
          </a:xfrm>
          <a:prstGeom prst="roundRect">
            <a:avLst>
              <a:gd name="adj" fmla="val 10000"/>
            </a:avLst>
          </a:prstGeom>
          <a:solidFill>
            <a:srgbClr val="3D3A9E"/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D22C3F7A-6BA7-3C16-54ED-9C8F0E281FB5}"/>
              </a:ext>
            </a:extLst>
          </p:cNvPr>
          <p:cNvSpPr/>
          <p:nvPr/>
        </p:nvSpPr>
        <p:spPr>
          <a:xfrm>
            <a:off x="4794504" y="1255469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 Native has no CSS.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E8E6FF"/>
                </a:solidFill>
              </a:rPr>
              <a:t>NativeWind compiles Tailwind classes
into RN StyleSheet at build time:
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4C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className="flex-1 bg-brand-card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4C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rounded-3xl text-brand-navy"</a:t>
            </a:r>
            <a:endParaRPr lang="en-US" sz="1100" dirty="0"/>
          </a:p>
        </p:txBody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EC03196D-37D1-4F54-C3AE-C1FCBBEC4946}"/>
              </a:ext>
            </a:extLst>
          </p:cNvPr>
          <p:cNvSpPr/>
          <p:nvPr/>
        </p:nvSpPr>
        <p:spPr>
          <a:xfrm>
            <a:off x="4657344" y="2663645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CE0CC"/>
                </a:solidFill>
              </a:rPr>
              <a:t>PERFORMANCE OPTIMISATIONS (SRS non-functional requirements)</a:t>
            </a:r>
            <a:endParaRPr lang="en-US" sz="900" dirty="0"/>
          </a:p>
        </p:txBody>
      </p:sp>
      <p:sp>
        <p:nvSpPr>
          <p:cNvPr id="61" name="Shape 32">
            <a:extLst>
              <a:ext uri="{FF2B5EF4-FFF2-40B4-BE49-F238E27FC236}">
                <a16:creationId xmlns:a16="http://schemas.microsoft.com/office/drawing/2014/main" id="{7239AED5-BFEF-C31A-5B2B-708CBEDDD770}"/>
              </a:ext>
            </a:extLst>
          </p:cNvPr>
          <p:cNvSpPr/>
          <p:nvPr/>
        </p:nvSpPr>
        <p:spPr>
          <a:xfrm>
            <a:off x="4657344" y="2947109"/>
            <a:ext cx="1261872" cy="960120"/>
          </a:xfrm>
          <a:prstGeom prst="roundRect">
            <a:avLst>
              <a:gd name="adj" fmla="val 14286"/>
            </a:avLst>
          </a:prstGeom>
          <a:solidFill>
            <a:srgbClr val="312D9E">
              <a:alpha val="54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2" name="Text 33">
            <a:extLst>
              <a:ext uri="{FF2B5EF4-FFF2-40B4-BE49-F238E27FC236}">
                <a16:creationId xmlns:a16="http://schemas.microsoft.com/office/drawing/2014/main" id="{4C862C69-D557-0192-0F8F-6DE9D7A56096}"/>
              </a:ext>
            </a:extLst>
          </p:cNvPr>
          <p:cNvSpPr/>
          <p:nvPr/>
        </p:nvSpPr>
        <p:spPr>
          <a:xfrm>
            <a:off x="4657344" y="3011117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E0CC"/>
                </a:solidFill>
              </a:rPr>
              <a:t>&lt; 3%</a:t>
            </a:r>
            <a:endParaRPr lang="en-US" sz="2200" dirty="0"/>
          </a:p>
        </p:txBody>
      </p:sp>
      <p:sp>
        <p:nvSpPr>
          <p:cNvPr id="63" name="Text 34">
            <a:extLst>
              <a:ext uri="{FF2B5EF4-FFF2-40B4-BE49-F238E27FC236}">
                <a16:creationId xmlns:a16="http://schemas.microsoft.com/office/drawing/2014/main" id="{56A30FCB-345F-9C6A-9297-E56D125BF62F}"/>
              </a:ext>
            </a:extLst>
          </p:cNvPr>
          <p:cNvSpPr/>
          <p:nvPr/>
        </p:nvSpPr>
        <p:spPr>
          <a:xfrm>
            <a:off x="4657344" y="3422597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BDB"/>
                </a:solidFill>
              </a:rPr>
              <a:t>Battery / hour</a:t>
            </a:r>
            <a:endParaRPr lang="en-US" sz="900" dirty="0"/>
          </a:p>
        </p:txBody>
      </p:sp>
      <p:sp>
        <p:nvSpPr>
          <p:cNvPr id="1024" name="Shape 35">
            <a:extLst>
              <a:ext uri="{FF2B5EF4-FFF2-40B4-BE49-F238E27FC236}">
                <a16:creationId xmlns:a16="http://schemas.microsoft.com/office/drawing/2014/main" id="{6BCECF1F-5A8A-C54B-1EBA-64C2B3026A84}"/>
              </a:ext>
            </a:extLst>
          </p:cNvPr>
          <p:cNvSpPr/>
          <p:nvPr/>
        </p:nvSpPr>
        <p:spPr>
          <a:xfrm>
            <a:off x="6047232" y="2947109"/>
            <a:ext cx="1261872" cy="960120"/>
          </a:xfrm>
          <a:prstGeom prst="roundRect">
            <a:avLst>
              <a:gd name="adj" fmla="val 14286"/>
            </a:avLst>
          </a:prstGeom>
          <a:solidFill>
            <a:srgbClr val="312D9E">
              <a:alpha val="54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25" name="Text 36">
            <a:extLst>
              <a:ext uri="{FF2B5EF4-FFF2-40B4-BE49-F238E27FC236}">
                <a16:creationId xmlns:a16="http://schemas.microsoft.com/office/drawing/2014/main" id="{12C60BA0-BF4F-FEA3-BB0A-D0A27E75CCFD}"/>
              </a:ext>
            </a:extLst>
          </p:cNvPr>
          <p:cNvSpPr/>
          <p:nvPr/>
        </p:nvSpPr>
        <p:spPr>
          <a:xfrm>
            <a:off x="6047232" y="3011117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E0CC"/>
                </a:solidFill>
              </a:rPr>
              <a:t>&lt; 5MB</a:t>
            </a:r>
            <a:endParaRPr lang="en-US" sz="2200" dirty="0"/>
          </a:p>
        </p:txBody>
      </p:sp>
      <p:sp>
        <p:nvSpPr>
          <p:cNvPr id="1026" name="Text 37">
            <a:extLst>
              <a:ext uri="{FF2B5EF4-FFF2-40B4-BE49-F238E27FC236}">
                <a16:creationId xmlns:a16="http://schemas.microsoft.com/office/drawing/2014/main" id="{81233323-5104-E112-83FC-C584DD715BB7}"/>
              </a:ext>
            </a:extLst>
          </p:cNvPr>
          <p:cNvSpPr/>
          <p:nvPr/>
        </p:nvSpPr>
        <p:spPr>
          <a:xfrm>
            <a:off x="6047232" y="3422597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BDB"/>
                </a:solidFill>
              </a:rPr>
              <a:t>Data / day</a:t>
            </a:r>
            <a:endParaRPr lang="en-US" sz="900" dirty="0"/>
          </a:p>
        </p:txBody>
      </p:sp>
      <p:sp>
        <p:nvSpPr>
          <p:cNvPr id="1027" name="Shape 38">
            <a:extLst>
              <a:ext uri="{FF2B5EF4-FFF2-40B4-BE49-F238E27FC236}">
                <a16:creationId xmlns:a16="http://schemas.microsoft.com/office/drawing/2014/main" id="{6114665B-B132-4081-8CBE-B75DA8F9479F}"/>
              </a:ext>
            </a:extLst>
          </p:cNvPr>
          <p:cNvSpPr/>
          <p:nvPr/>
        </p:nvSpPr>
        <p:spPr>
          <a:xfrm>
            <a:off x="7437120" y="2947109"/>
            <a:ext cx="1261872" cy="960120"/>
          </a:xfrm>
          <a:prstGeom prst="roundRect">
            <a:avLst>
              <a:gd name="adj" fmla="val 14286"/>
            </a:avLst>
          </a:prstGeom>
          <a:solidFill>
            <a:srgbClr val="312D9E">
              <a:alpha val="54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28" name="Text 39">
            <a:extLst>
              <a:ext uri="{FF2B5EF4-FFF2-40B4-BE49-F238E27FC236}">
                <a16:creationId xmlns:a16="http://schemas.microsoft.com/office/drawing/2014/main" id="{E8AEC4FB-6626-3192-9EA1-0A9A3669C267}"/>
              </a:ext>
            </a:extLst>
          </p:cNvPr>
          <p:cNvSpPr/>
          <p:nvPr/>
        </p:nvSpPr>
        <p:spPr>
          <a:xfrm>
            <a:off x="7437120" y="3011117"/>
            <a:ext cx="1261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E0CC"/>
                </a:solidFill>
              </a:rPr>
              <a:t>2s</a:t>
            </a:r>
            <a:endParaRPr lang="en-US" sz="2200" dirty="0"/>
          </a:p>
        </p:txBody>
      </p:sp>
      <p:sp>
        <p:nvSpPr>
          <p:cNvPr id="1029" name="Text 40">
            <a:extLst>
              <a:ext uri="{FF2B5EF4-FFF2-40B4-BE49-F238E27FC236}">
                <a16:creationId xmlns:a16="http://schemas.microsoft.com/office/drawing/2014/main" id="{D708C10A-38BC-0514-7311-5F4649E14F1E}"/>
              </a:ext>
            </a:extLst>
          </p:cNvPr>
          <p:cNvSpPr/>
          <p:nvPr/>
        </p:nvSpPr>
        <p:spPr>
          <a:xfrm>
            <a:off x="7437120" y="3422597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BDB"/>
                </a:solidFill>
              </a:rPr>
              <a:t>UI refresh cycle</a:t>
            </a:r>
            <a:endParaRPr lang="en-US" sz="900" dirty="0"/>
          </a:p>
        </p:txBody>
      </p:sp>
      <p:sp>
        <p:nvSpPr>
          <p:cNvPr id="1030" name="Shape 41">
            <a:extLst>
              <a:ext uri="{FF2B5EF4-FFF2-40B4-BE49-F238E27FC236}">
                <a16:creationId xmlns:a16="http://schemas.microsoft.com/office/drawing/2014/main" id="{1219FDDA-CE63-56F9-0E93-77376B4D954B}"/>
              </a:ext>
            </a:extLst>
          </p:cNvPr>
          <p:cNvSpPr/>
          <p:nvPr/>
        </p:nvSpPr>
        <p:spPr>
          <a:xfrm>
            <a:off x="4657344" y="4016957"/>
            <a:ext cx="4114800" cy="502920"/>
          </a:xfrm>
          <a:prstGeom prst="roundRect">
            <a:avLst>
              <a:gd name="adj" fmla="val 27273"/>
            </a:avLst>
          </a:prstGeom>
          <a:solidFill>
            <a:srgbClr val="4B47B8"/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31" name="Text 42">
            <a:extLst>
              <a:ext uri="{FF2B5EF4-FFF2-40B4-BE49-F238E27FC236}">
                <a16:creationId xmlns:a16="http://schemas.microsoft.com/office/drawing/2014/main" id="{36695918-E866-A19B-BC91-40C4B1A5B15D}"/>
              </a:ext>
            </a:extLst>
          </p:cNvPr>
          <p:cNvSpPr/>
          <p:nvPr/>
        </p:nvSpPr>
        <p:spPr>
          <a:xfrm>
            <a:off x="4794504" y="4062677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6FF"/>
                </a:solidFill>
              </a:rPr>
              <a:t>In-memory cache for dashboard · Deferred chart processing · useSafeAreaInsets on all screens</a:t>
            </a:r>
            <a:endParaRPr lang="en-US" sz="900" dirty="0"/>
          </a:p>
        </p:txBody>
      </p:sp>
      <p:sp>
        <p:nvSpPr>
          <p:cNvPr id="1032" name="Shape 43">
            <a:extLst>
              <a:ext uri="{FF2B5EF4-FFF2-40B4-BE49-F238E27FC236}">
                <a16:creationId xmlns:a16="http://schemas.microsoft.com/office/drawing/2014/main" id="{3AAD9883-CC1D-E972-8A7F-F1971CDFED07}"/>
              </a:ext>
            </a:extLst>
          </p:cNvPr>
          <p:cNvSpPr/>
          <p:nvPr/>
        </p:nvSpPr>
        <p:spPr>
          <a:xfrm>
            <a:off x="313944" y="3861509"/>
            <a:ext cx="4114800" cy="914400"/>
          </a:xfrm>
          <a:prstGeom prst="roundRect">
            <a:avLst>
              <a:gd name="adj" fmla="val 15000"/>
            </a:avLst>
          </a:prstGeom>
          <a:blipFill dpi="0" rotWithShape="1">
            <a:blip r:embed="rId4"/>
            <a:srcRect/>
            <a:stretch>
              <a:fillRect b="-156000"/>
            </a:stretch>
          </a:blip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36" name="Text 47">
            <a:extLst>
              <a:ext uri="{FF2B5EF4-FFF2-40B4-BE49-F238E27FC236}">
                <a16:creationId xmlns:a16="http://schemas.microsoft.com/office/drawing/2014/main" id="{A53B7D87-72DB-E0A4-5723-15FD2BB552CD}"/>
              </a:ext>
            </a:extLst>
          </p:cNvPr>
          <p:cNvSpPr/>
          <p:nvPr/>
        </p:nvSpPr>
        <p:spPr>
          <a:xfrm>
            <a:off x="588264" y="3952949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79820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>
          <a:extLst>
            <a:ext uri="{FF2B5EF4-FFF2-40B4-BE49-F238E27FC236}">
              <a16:creationId xmlns:a16="http://schemas.microsoft.com/office/drawing/2014/main" id="{66708A85-469D-56E3-E481-A2001F927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67">
            <a:extLst>
              <a:ext uri="{FF2B5EF4-FFF2-40B4-BE49-F238E27FC236}">
                <a16:creationId xmlns:a16="http://schemas.microsoft.com/office/drawing/2014/main" id="{FC68A656-81B6-2F1D-A1C4-8710A465A6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Screen Showcase</a:t>
            </a:r>
            <a:endParaRPr dirty="0"/>
          </a:p>
        </p:txBody>
      </p:sp>
      <p:sp>
        <p:nvSpPr>
          <p:cNvPr id="1111" name="Google Shape;1111;p67">
            <a:extLst>
              <a:ext uri="{FF2B5EF4-FFF2-40B4-BE49-F238E27FC236}">
                <a16:creationId xmlns:a16="http://schemas.microsoft.com/office/drawing/2014/main" id="{127F6C94-B063-EE74-ABC8-15617C3596FC}"/>
              </a:ext>
            </a:extLst>
          </p:cNvPr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6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27ED531-6543-056D-8DDD-0B178D362433}"/>
              </a:ext>
            </a:extLst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6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E90ED1-2398-A629-F596-ED0B968696DF}"/>
              </a:ext>
            </a:extLst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67">
            <a:hlinkClick r:id="rId3" action="ppaction://hlinksldjump"/>
            <a:extLst>
              <a:ext uri="{FF2B5EF4-FFF2-40B4-BE49-F238E27FC236}">
                <a16:creationId xmlns:a16="http://schemas.microsoft.com/office/drawing/2014/main" id="{5AFA2D33-68DC-B639-4DCA-1399991A927A}"/>
              </a:ext>
            </a:extLst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Text 9">
            <a:extLst>
              <a:ext uri="{FF2B5EF4-FFF2-40B4-BE49-F238E27FC236}">
                <a16:creationId xmlns:a16="http://schemas.microsoft.com/office/drawing/2014/main" id="{074F3651-B2F6-D673-7899-6424B112B29B}"/>
              </a:ext>
            </a:extLst>
          </p:cNvPr>
          <p:cNvSpPr/>
          <p:nvPr/>
        </p:nvSpPr>
        <p:spPr>
          <a:xfrm>
            <a:off x="425875" y="99913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Key UI components per implemented screen</a:t>
            </a:r>
          </a:p>
        </p:txBody>
      </p:sp>
      <p:sp>
        <p:nvSpPr>
          <p:cNvPr id="1030" name="Shape 10">
            <a:extLst>
              <a:ext uri="{FF2B5EF4-FFF2-40B4-BE49-F238E27FC236}">
                <a16:creationId xmlns:a16="http://schemas.microsoft.com/office/drawing/2014/main" id="{18035333-E9FE-7187-2D73-B6786EE643BB}"/>
              </a:ext>
            </a:extLst>
          </p:cNvPr>
          <p:cNvSpPr/>
          <p:nvPr/>
        </p:nvSpPr>
        <p:spPr>
          <a:xfrm>
            <a:off x="288715" y="1346602"/>
            <a:ext cx="2697480" cy="3474720"/>
          </a:xfrm>
          <a:prstGeom prst="roundRect">
            <a:avLst>
              <a:gd name="adj" fmla="val 5085"/>
            </a:avLst>
          </a:prstGeom>
          <a:solidFill>
            <a:srgbClr val="312D9E">
              <a:alpha val="79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31" name="Shape 11">
            <a:extLst>
              <a:ext uri="{FF2B5EF4-FFF2-40B4-BE49-F238E27FC236}">
                <a16:creationId xmlns:a16="http://schemas.microsoft.com/office/drawing/2014/main" id="{BBCD3ACE-FBCA-4364-456C-ECBCF781217D}"/>
              </a:ext>
            </a:extLst>
          </p:cNvPr>
          <p:cNvSpPr/>
          <p:nvPr/>
        </p:nvSpPr>
        <p:spPr>
          <a:xfrm>
            <a:off x="398443" y="1438042"/>
            <a:ext cx="2478024" cy="320040"/>
          </a:xfrm>
          <a:prstGeom prst="roundRect">
            <a:avLst>
              <a:gd name="adj" fmla="val 28571"/>
            </a:avLst>
          </a:prstGeom>
          <a:solidFill>
            <a:srgbClr val="4CE0CC">
              <a:alpha val="80000"/>
            </a:srgbClr>
          </a:solidFill>
          <a:ln w="12700">
            <a:solidFill>
              <a:srgbClr val="4CE0CC"/>
            </a:solidFill>
            <a:prstDash val="solid"/>
          </a:ln>
        </p:spPr>
      </p:sp>
      <p:sp>
        <p:nvSpPr>
          <p:cNvPr id="1032" name="Text 12">
            <a:extLst>
              <a:ext uri="{FF2B5EF4-FFF2-40B4-BE49-F238E27FC236}">
                <a16:creationId xmlns:a16="http://schemas.microsoft.com/office/drawing/2014/main" id="{9A3A71DB-75E7-55E8-6C6D-9BF115CB7CF0}"/>
              </a:ext>
            </a:extLst>
          </p:cNvPr>
          <p:cNvSpPr/>
          <p:nvPr/>
        </p:nvSpPr>
        <p:spPr>
          <a:xfrm>
            <a:off x="398443" y="1438042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Home Dashboard</a:t>
            </a:r>
            <a:endParaRPr lang="en-US" sz="12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33" name="Shape 13">
            <a:extLst>
              <a:ext uri="{FF2B5EF4-FFF2-40B4-BE49-F238E27FC236}">
                <a16:creationId xmlns:a16="http://schemas.microsoft.com/office/drawing/2014/main" id="{77B22068-6579-53ED-EFD9-EDEBC986C4E3}"/>
              </a:ext>
            </a:extLst>
          </p:cNvPr>
          <p:cNvSpPr/>
          <p:nvPr/>
        </p:nvSpPr>
        <p:spPr>
          <a:xfrm>
            <a:off x="745915" y="1822090"/>
            <a:ext cx="1783080" cy="1508760"/>
          </a:xfrm>
          <a:prstGeom prst="roundRect">
            <a:avLst>
              <a:gd name="adj" fmla="val 9091"/>
            </a:avLst>
          </a:prstGeom>
          <a:blipFill dpi="0" rotWithShape="1">
            <a:blip r:embed="rId4"/>
            <a:srcRect/>
            <a:stretch>
              <a:fillRect b="-40000"/>
            </a:stretch>
          </a:blip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36" name="Text 16">
            <a:extLst>
              <a:ext uri="{FF2B5EF4-FFF2-40B4-BE49-F238E27FC236}">
                <a16:creationId xmlns:a16="http://schemas.microsoft.com/office/drawing/2014/main" id="{64EB16C8-12C2-AB71-8402-FC9706DB5486}"/>
              </a:ext>
            </a:extLst>
          </p:cNvPr>
          <p:cNvSpPr/>
          <p:nvPr/>
        </p:nvSpPr>
        <p:spPr>
          <a:xfrm>
            <a:off x="425875" y="342229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E0CC"/>
                </a:solidFill>
              </a:rPr>
              <a:t>› </a:t>
            </a:r>
            <a:r>
              <a:rPr lang="en-US" sz="900" dirty="0">
                <a:solidFill>
                  <a:srgbClr val="E8E6FF"/>
                </a:solidFill>
              </a:rPr>
              <a:t>SVG circular download gauge (strokeDashoffset)</a:t>
            </a:r>
            <a:endParaRPr lang="en-US" sz="900" dirty="0"/>
          </a:p>
        </p:txBody>
      </p:sp>
      <p:sp>
        <p:nvSpPr>
          <p:cNvPr id="1037" name="Text 17">
            <a:extLst>
              <a:ext uri="{FF2B5EF4-FFF2-40B4-BE49-F238E27FC236}">
                <a16:creationId xmlns:a16="http://schemas.microsoft.com/office/drawing/2014/main" id="{1A31B41D-FDBE-CACE-6F36-E65D037E83C5}"/>
              </a:ext>
            </a:extLst>
          </p:cNvPr>
          <p:cNvSpPr/>
          <p:nvPr/>
        </p:nvSpPr>
        <p:spPr>
          <a:xfrm>
            <a:off x="425875" y="369661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E0CC"/>
                </a:solidFill>
              </a:rPr>
              <a:t>› </a:t>
            </a:r>
            <a:r>
              <a:rPr lang="en-US" sz="900" dirty="0">
                <a:solidFill>
                  <a:srgbClr val="E8E6FF"/>
                </a:solidFill>
              </a:rPr>
              <a:t>Upload / Ping metric row</a:t>
            </a:r>
            <a:endParaRPr lang="en-US" sz="900" dirty="0"/>
          </a:p>
        </p:txBody>
      </p:sp>
      <p:sp>
        <p:nvSpPr>
          <p:cNvPr id="1038" name="Text 18">
            <a:extLst>
              <a:ext uri="{FF2B5EF4-FFF2-40B4-BE49-F238E27FC236}">
                <a16:creationId xmlns:a16="http://schemas.microsoft.com/office/drawing/2014/main" id="{1848A54F-58F9-1200-08D9-3766024CECF0}"/>
              </a:ext>
            </a:extLst>
          </p:cNvPr>
          <p:cNvSpPr/>
          <p:nvPr/>
        </p:nvSpPr>
        <p:spPr>
          <a:xfrm>
            <a:off x="425875" y="397093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E0CC"/>
                </a:solidFill>
              </a:rPr>
              <a:t>› </a:t>
            </a:r>
            <a:r>
              <a:rPr lang="en-US" sz="900" dirty="0">
                <a:solidFill>
                  <a:srgbClr val="E8E6FF"/>
                </a:solidFill>
              </a:rPr>
              <a:t>Network Status card with live dot</a:t>
            </a:r>
            <a:endParaRPr lang="en-US" sz="900" dirty="0"/>
          </a:p>
        </p:txBody>
      </p:sp>
      <p:sp>
        <p:nvSpPr>
          <p:cNvPr id="1039" name="Text 19">
            <a:extLst>
              <a:ext uri="{FF2B5EF4-FFF2-40B4-BE49-F238E27FC236}">
                <a16:creationId xmlns:a16="http://schemas.microsoft.com/office/drawing/2014/main" id="{BA47E472-12B0-BE71-8D88-D3E380E0D9C3}"/>
              </a:ext>
            </a:extLst>
          </p:cNvPr>
          <p:cNvSpPr/>
          <p:nvPr/>
        </p:nvSpPr>
        <p:spPr>
          <a:xfrm>
            <a:off x="425875" y="424525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E0CC"/>
                </a:solidFill>
              </a:rPr>
              <a:t>› </a:t>
            </a:r>
            <a:r>
              <a:rPr lang="en-US" sz="900" dirty="0">
                <a:solidFill>
                  <a:srgbClr val="E8E6FF"/>
                </a:solidFill>
              </a:rPr>
              <a:t>Reliability Score progress bar</a:t>
            </a:r>
            <a:endParaRPr lang="en-US" sz="900" dirty="0"/>
          </a:p>
        </p:txBody>
      </p:sp>
      <p:sp>
        <p:nvSpPr>
          <p:cNvPr id="1041" name="Shape 21">
            <a:extLst>
              <a:ext uri="{FF2B5EF4-FFF2-40B4-BE49-F238E27FC236}">
                <a16:creationId xmlns:a16="http://schemas.microsoft.com/office/drawing/2014/main" id="{C2032376-80DB-BFAF-B60B-AD6CF2E7919E}"/>
              </a:ext>
            </a:extLst>
          </p:cNvPr>
          <p:cNvSpPr/>
          <p:nvPr/>
        </p:nvSpPr>
        <p:spPr>
          <a:xfrm>
            <a:off x="3214795" y="1346602"/>
            <a:ext cx="2697480" cy="3474720"/>
          </a:xfrm>
          <a:prstGeom prst="roundRect">
            <a:avLst>
              <a:gd name="adj" fmla="val 5085"/>
            </a:avLst>
          </a:prstGeom>
          <a:solidFill>
            <a:srgbClr val="312D9E">
              <a:alpha val="67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42" name="Shape 22">
            <a:extLst>
              <a:ext uri="{FF2B5EF4-FFF2-40B4-BE49-F238E27FC236}">
                <a16:creationId xmlns:a16="http://schemas.microsoft.com/office/drawing/2014/main" id="{AC23EF86-815D-7F5A-9ECD-D9BB5A66FDCA}"/>
              </a:ext>
            </a:extLst>
          </p:cNvPr>
          <p:cNvSpPr/>
          <p:nvPr/>
        </p:nvSpPr>
        <p:spPr>
          <a:xfrm>
            <a:off x="3324523" y="1438042"/>
            <a:ext cx="2478024" cy="320040"/>
          </a:xfrm>
          <a:prstGeom prst="roundRect">
            <a:avLst>
              <a:gd name="adj" fmla="val 28571"/>
            </a:avLst>
          </a:prstGeom>
          <a:solidFill>
            <a:srgbClr val="FF7B6B">
              <a:alpha val="80000"/>
            </a:srgbClr>
          </a:solidFill>
          <a:ln w="12700">
            <a:solidFill>
              <a:srgbClr val="FF7B6B"/>
            </a:solidFill>
            <a:prstDash val="solid"/>
          </a:ln>
        </p:spPr>
      </p:sp>
      <p:sp>
        <p:nvSpPr>
          <p:cNvPr id="1043" name="Text 23">
            <a:extLst>
              <a:ext uri="{FF2B5EF4-FFF2-40B4-BE49-F238E27FC236}">
                <a16:creationId xmlns:a16="http://schemas.microsoft.com/office/drawing/2014/main" id="{94A2A19E-FB21-AD40-282E-4023E4782DDA}"/>
              </a:ext>
            </a:extLst>
          </p:cNvPr>
          <p:cNvSpPr/>
          <p:nvPr/>
        </p:nvSpPr>
        <p:spPr>
          <a:xfrm>
            <a:off x="3324523" y="1438042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Speed Test Screen</a:t>
            </a:r>
            <a:endParaRPr lang="en-US" sz="12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44" name="Shape 24">
            <a:extLst>
              <a:ext uri="{FF2B5EF4-FFF2-40B4-BE49-F238E27FC236}">
                <a16:creationId xmlns:a16="http://schemas.microsoft.com/office/drawing/2014/main" id="{701B2030-0C3D-7683-6629-93705FC56969}"/>
              </a:ext>
            </a:extLst>
          </p:cNvPr>
          <p:cNvSpPr/>
          <p:nvPr/>
        </p:nvSpPr>
        <p:spPr>
          <a:xfrm>
            <a:off x="3671995" y="1822090"/>
            <a:ext cx="1783080" cy="1508760"/>
          </a:xfrm>
          <a:prstGeom prst="roundRect">
            <a:avLst>
              <a:gd name="adj" fmla="val 9091"/>
            </a:avLst>
          </a:prstGeom>
          <a:blipFill>
            <a:blip r:embed="rId5"/>
            <a:stretch>
              <a:fillRect b="-40000"/>
            </a:stretch>
          </a:blip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47" name="Text 27">
            <a:extLst>
              <a:ext uri="{FF2B5EF4-FFF2-40B4-BE49-F238E27FC236}">
                <a16:creationId xmlns:a16="http://schemas.microsoft.com/office/drawing/2014/main" id="{E87E7B06-EE8C-E805-9129-9883324AAC90}"/>
              </a:ext>
            </a:extLst>
          </p:cNvPr>
          <p:cNvSpPr/>
          <p:nvPr/>
        </p:nvSpPr>
        <p:spPr>
          <a:xfrm>
            <a:off x="3351955" y="342229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B6B"/>
                </a:solidFill>
              </a:rPr>
              <a:t>› </a:t>
            </a:r>
            <a:r>
              <a:rPr lang="en-US" sz="900" dirty="0">
                <a:solidFill>
                  <a:srgbClr val="E8E6FF"/>
                </a:solidFill>
              </a:rPr>
              <a:t>GO button: 208×208 SVG ring</a:t>
            </a:r>
            <a:endParaRPr lang="en-US" sz="900" dirty="0"/>
          </a:p>
        </p:txBody>
      </p:sp>
      <p:sp>
        <p:nvSpPr>
          <p:cNvPr id="1048" name="Text 28">
            <a:extLst>
              <a:ext uri="{FF2B5EF4-FFF2-40B4-BE49-F238E27FC236}">
                <a16:creationId xmlns:a16="http://schemas.microsoft.com/office/drawing/2014/main" id="{67B78B1B-B423-4E7F-2C4B-EBE657BE6487}"/>
              </a:ext>
            </a:extLst>
          </p:cNvPr>
          <p:cNvSpPr/>
          <p:nvPr/>
        </p:nvSpPr>
        <p:spPr>
          <a:xfrm>
            <a:off x="3351955" y="369661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B6B"/>
                </a:solidFill>
              </a:rPr>
              <a:t>› </a:t>
            </a:r>
            <a:r>
              <a:rPr lang="en-US" sz="900" dirty="0">
                <a:solidFill>
                  <a:srgbClr val="E8E6FF"/>
                </a:solidFill>
              </a:rPr>
              <a:t>3-state flow: idle → testing → complete</a:t>
            </a:r>
            <a:endParaRPr lang="en-US" sz="900" dirty="0"/>
          </a:p>
        </p:txBody>
      </p:sp>
      <p:sp>
        <p:nvSpPr>
          <p:cNvPr id="1049" name="Text 29">
            <a:extLst>
              <a:ext uri="{FF2B5EF4-FFF2-40B4-BE49-F238E27FC236}">
                <a16:creationId xmlns:a16="http://schemas.microsoft.com/office/drawing/2014/main" id="{B39749B6-309C-BF6E-D1A2-68E5734C52C2}"/>
              </a:ext>
            </a:extLst>
          </p:cNvPr>
          <p:cNvSpPr/>
          <p:nvPr/>
        </p:nvSpPr>
        <p:spPr>
          <a:xfrm>
            <a:off x="3351955" y="397093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B6B"/>
                </a:solidFill>
              </a:rPr>
              <a:t>› </a:t>
            </a:r>
            <a:r>
              <a:rPr lang="en-US" sz="900" dirty="0">
                <a:solidFill>
                  <a:srgbClr val="E8E6FF"/>
                </a:solidFill>
              </a:rPr>
              <a:t>useState&lt;TestStatus&gt; + useRef timeout</a:t>
            </a:r>
            <a:endParaRPr lang="en-US" sz="900" dirty="0"/>
          </a:p>
        </p:txBody>
      </p:sp>
      <p:sp>
        <p:nvSpPr>
          <p:cNvPr id="1050" name="Text 30">
            <a:extLst>
              <a:ext uri="{FF2B5EF4-FFF2-40B4-BE49-F238E27FC236}">
                <a16:creationId xmlns:a16="http://schemas.microsoft.com/office/drawing/2014/main" id="{01594484-B2C5-5D98-A734-4513ED95BE41}"/>
              </a:ext>
            </a:extLst>
          </p:cNvPr>
          <p:cNvSpPr/>
          <p:nvPr/>
        </p:nvSpPr>
        <p:spPr>
          <a:xfrm>
            <a:off x="3351955" y="424525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B6B"/>
                </a:solidFill>
              </a:rPr>
              <a:t>› </a:t>
            </a:r>
            <a:r>
              <a:rPr lang="en-US" sz="900" dirty="0">
                <a:solidFill>
                  <a:srgbClr val="E8E6FF"/>
                </a:solidFill>
              </a:rPr>
              <a:t>Download, Upload, Ping, Jitter cards</a:t>
            </a:r>
            <a:endParaRPr lang="en-US" sz="900" dirty="0"/>
          </a:p>
        </p:txBody>
      </p:sp>
      <p:sp>
        <p:nvSpPr>
          <p:cNvPr id="1051" name="Shape 31">
            <a:extLst>
              <a:ext uri="{FF2B5EF4-FFF2-40B4-BE49-F238E27FC236}">
                <a16:creationId xmlns:a16="http://schemas.microsoft.com/office/drawing/2014/main" id="{4446D3B4-0F56-8EC7-AABF-85FD44BF8430}"/>
              </a:ext>
            </a:extLst>
          </p:cNvPr>
          <p:cNvSpPr/>
          <p:nvPr/>
        </p:nvSpPr>
        <p:spPr>
          <a:xfrm>
            <a:off x="6140875" y="1346602"/>
            <a:ext cx="2697480" cy="3474720"/>
          </a:xfrm>
          <a:prstGeom prst="roundRect">
            <a:avLst>
              <a:gd name="adj" fmla="val 5085"/>
            </a:avLst>
          </a:prstGeom>
          <a:solidFill>
            <a:srgbClr val="312D9E">
              <a:alpha val="59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52" name="Shape 32">
            <a:extLst>
              <a:ext uri="{FF2B5EF4-FFF2-40B4-BE49-F238E27FC236}">
                <a16:creationId xmlns:a16="http://schemas.microsoft.com/office/drawing/2014/main" id="{7FB5ECDD-46D2-3CBD-C488-41E1E6017918}"/>
              </a:ext>
            </a:extLst>
          </p:cNvPr>
          <p:cNvSpPr/>
          <p:nvPr/>
        </p:nvSpPr>
        <p:spPr>
          <a:xfrm>
            <a:off x="6250603" y="1438042"/>
            <a:ext cx="2478024" cy="320040"/>
          </a:xfrm>
          <a:prstGeom prst="roundRect">
            <a:avLst>
              <a:gd name="adj" fmla="val 28571"/>
            </a:avLst>
          </a:prstGeom>
          <a:solidFill>
            <a:srgbClr val="FFD86E">
              <a:alpha val="80000"/>
            </a:srgbClr>
          </a:solidFill>
          <a:ln w="12700">
            <a:solidFill>
              <a:srgbClr val="FFD86E"/>
            </a:solidFill>
            <a:prstDash val="solid"/>
          </a:ln>
        </p:spPr>
      </p:sp>
      <p:sp>
        <p:nvSpPr>
          <p:cNvPr id="1053" name="Text 33">
            <a:extLst>
              <a:ext uri="{FF2B5EF4-FFF2-40B4-BE49-F238E27FC236}">
                <a16:creationId xmlns:a16="http://schemas.microsoft.com/office/drawing/2014/main" id="{142796A8-87F5-D0CA-9907-1B248418ED10}"/>
              </a:ext>
            </a:extLst>
          </p:cNvPr>
          <p:cNvSpPr/>
          <p:nvPr/>
        </p:nvSpPr>
        <p:spPr>
          <a:xfrm>
            <a:off x="6250603" y="1438042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History Screen</a:t>
            </a:r>
            <a:endParaRPr lang="en-US" sz="12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54" name="Shape 34">
            <a:extLst>
              <a:ext uri="{FF2B5EF4-FFF2-40B4-BE49-F238E27FC236}">
                <a16:creationId xmlns:a16="http://schemas.microsoft.com/office/drawing/2014/main" id="{73C6F12F-8051-94AF-371C-E93D9C0210CC}"/>
              </a:ext>
            </a:extLst>
          </p:cNvPr>
          <p:cNvSpPr/>
          <p:nvPr/>
        </p:nvSpPr>
        <p:spPr>
          <a:xfrm>
            <a:off x="6598075" y="1822090"/>
            <a:ext cx="1783080" cy="1508760"/>
          </a:xfrm>
          <a:prstGeom prst="roundRect">
            <a:avLst>
              <a:gd name="adj" fmla="val 9091"/>
            </a:avLst>
          </a:prstGeom>
          <a:blipFill>
            <a:blip r:embed="rId6"/>
            <a:stretch>
              <a:fillRect b="-40000"/>
            </a:stretch>
          </a:blip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57" name="Text 37">
            <a:extLst>
              <a:ext uri="{FF2B5EF4-FFF2-40B4-BE49-F238E27FC236}">
                <a16:creationId xmlns:a16="http://schemas.microsoft.com/office/drawing/2014/main" id="{07C344CD-0E7A-B5C6-132D-BCED2116D0FC}"/>
              </a:ext>
            </a:extLst>
          </p:cNvPr>
          <p:cNvSpPr/>
          <p:nvPr/>
        </p:nvSpPr>
        <p:spPr>
          <a:xfrm>
            <a:off x="6278035" y="342229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86E"/>
                </a:solidFill>
              </a:rPr>
              <a:t>› </a:t>
            </a:r>
            <a:r>
              <a:rPr lang="en-US" sz="900" dirty="0">
                <a:solidFill>
                  <a:srgbClr val="E8E6FF"/>
                </a:solidFill>
              </a:rPr>
              <a:t>SVG bezier trend chart (speed + signal)</a:t>
            </a:r>
            <a:endParaRPr lang="en-US" sz="900" dirty="0"/>
          </a:p>
        </p:txBody>
      </p:sp>
      <p:sp>
        <p:nvSpPr>
          <p:cNvPr id="1058" name="Text 38">
            <a:extLst>
              <a:ext uri="{FF2B5EF4-FFF2-40B4-BE49-F238E27FC236}">
                <a16:creationId xmlns:a16="http://schemas.microsoft.com/office/drawing/2014/main" id="{31C8F983-5C36-3D4B-B034-81A25FA1948F}"/>
              </a:ext>
            </a:extLst>
          </p:cNvPr>
          <p:cNvSpPr/>
          <p:nvPr/>
        </p:nvSpPr>
        <p:spPr>
          <a:xfrm>
            <a:off x="6278035" y="369661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86E"/>
                </a:solidFill>
              </a:rPr>
              <a:t>› </a:t>
            </a:r>
            <a:r>
              <a:rPr lang="en-US" sz="900" dirty="0">
                <a:solidFill>
                  <a:srgbClr val="E8E6FF"/>
                </a:solidFill>
              </a:rPr>
              <a:t>Mon–Today x-axis labels + legend</a:t>
            </a:r>
            <a:endParaRPr lang="en-US" sz="900" dirty="0"/>
          </a:p>
        </p:txBody>
      </p:sp>
      <p:sp>
        <p:nvSpPr>
          <p:cNvPr id="1059" name="Text 39">
            <a:extLst>
              <a:ext uri="{FF2B5EF4-FFF2-40B4-BE49-F238E27FC236}">
                <a16:creationId xmlns:a16="http://schemas.microsoft.com/office/drawing/2014/main" id="{1F4E90DF-6BDE-35AA-9097-D449636EE2B5}"/>
              </a:ext>
            </a:extLst>
          </p:cNvPr>
          <p:cNvSpPr/>
          <p:nvPr/>
        </p:nvSpPr>
        <p:spPr>
          <a:xfrm>
            <a:off x="6278035" y="397093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86E"/>
                </a:solidFill>
              </a:rPr>
              <a:t>› </a:t>
            </a:r>
            <a:r>
              <a:rPr lang="en-US" sz="900" dirty="0">
                <a:solidFill>
                  <a:srgbClr val="E8E6FF"/>
                </a:solidFill>
              </a:rPr>
              <a:t>Avg download + peak stat cards</a:t>
            </a:r>
            <a:endParaRPr lang="en-US" sz="900" dirty="0"/>
          </a:p>
        </p:txBody>
      </p:sp>
      <p:sp>
        <p:nvSpPr>
          <p:cNvPr id="1060" name="Text 40">
            <a:extLst>
              <a:ext uri="{FF2B5EF4-FFF2-40B4-BE49-F238E27FC236}">
                <a16:creationId xmlns:a16="http://schemas.microsoft.com/office/drawing/2014/main" id="{6903FAEE-49A5-B965-0228-A18DCA3CAA90}"/>
              </a:ext>
            </a:extLst>
          </p:cNvPr>
          <p:cNvSpPr/>
          <p:nvPr/>
        </p:nvSpPr>
        <p:spPr>
          <a:xfrm>
            <a:off x="6278035" y="4245250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86E"/>
                </a:solidFill>
              </a:rPr>
              <a:t>› </a:t>
            </a:r>
            <a:r>
              <a:rPr lang="en-US" sz="900" dirty="0">
                <a:solidFill>
                  <a:srgbClr val="E8E6FF"/>
                </a:solidFill>
              </a:rPr>
              <a:t>No-service event flagging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15055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0" name="Google Shape;1560;p77"/>
          <p:cNvGrpSpPr/>
          <p:nvPr/>
        </p:nvGrpSpPr>
        <p:grpSpPr>
          <a:xfrm>
            <a:off x="3408897" y="2711688"/>
            <a:ext cx="1037670" cy="2045238"/>
            <a:chOff x="7396235" y="1721853"/>
            <a:chExt cx="1037670" cy="2045238"/>
          </a:xfrm>
        </p:grpSpPr>
        <p:sp>
          <p:nvSpPr>
            <p:cNvPr id="1561" name="Google Shape;1561;p77"/>
            <p:cNvSpPr/>
            <p:nvPr/>
          </p:nvSpPr>
          <p:spPr>
            <a:xfrm rot="10269652" flipH="1">
              <a:off x="7482000" y="2524334"/>
              <a:ext cx="866139" cy="1183238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2" name="Google Shape;1562;p77"/>
            <p:cNvGrpSpPr/>
            <p:nvPr/>
          </p:nvGrpSpPr>
          <p:grpSpPr>
            <a:xfrm rot="2700000">
              <a:off x="7878629" y="1895395"/>
              <a:ext cx="564891" cy="178747"/>
              <a:chOff x="6872640" y="3355362"/>
              <a:chExt cx="564897" cy="178749"/>
            </a:xfrm>
          </p:grpSpPr>
          <p:sp>
            <p:nvSpPr>
              <p:cNvPr id="1563" name="Google Shape;1563;p77"/>
              <p:cNvSpPr/>
              <p:nvPr/>
            </p:nvSpPr>
            <p:spPr>
              <a:xfrm>
                <a:off x="7337337" y="3355362"/>
                <a:ext cx="100200" cy="1002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77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65" name="Google Shape;1565;p77"/>
          <p:cNvGrpSpPr/>
          <p:nvPr/>
        </p:nvGrpSpPr>
        <p:grpSpPr>
          <a:xfrm>
            <a:off x="295715" y="1344634"/>
            <a:ext cx="1102217" cy="1865376"/>
            <a:chOff x="830933" y="2247684"/>
            <a:chExt cx="1102217" cy="1865376"/>
          </a:xfrm>
        </p:grpSpPr>
        <p:grpSp>
          <p:nvGrpSpPr>
            <p:cNvPr id="1566" name="Google Shape;1566;p77"/>
            <p:cNvGrpSpPr/>
            <p:nvPr/>
          </p:nvGrpSpPr>
          <p:grpSpPr>
            <a:xfrm flipH="1">
              <a:off x="830933" y="2247684"/>
              <a:ext cx="1102217" cy="1494740"/>
              <a:chOff x="7452861" y="1397649"/>
              <a:chExt cx="1102217" cy="1494740"/>
            </a:xfrm>
          </p:grpSpPr>
          <p:sp>
            <p:nvSpPr>
              <p:cNvPr id="1567" name="Google Shape;1567;p77"/>
              <p:cNvSpPr/>
              <p:nvPr/>
            </p:nvSpPr>
            <p:spPr>
              <a:xfrm flipH="1">
                <a:off x="7452861" y="13976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77"/>
              <p:cNvSpPr/>
              <p:nvPr/>
            </p:nvSpPr>
            <p:spPr>
              <a:xfrm flipH="1">
                <a:off x="7611563" y="16034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9" name="Google Shape;1569;p77"/>
            <p:cNvGrpSpPr/>
            <p:nvPr/>
          </p:nvGrpSpPr>
          <p:grpSpPr>
            <a:xfrm rot="2700000">
              <a:off x="904191" y="3760770"/>
              <a:ext cx="564891" cy="178747"/>
              <a:chOff x="6872640" y="3355362"/>
              <a:chExt cx="564897" cy="178749"/>
            </a:xfrm>
          </p:grpSpPr>
          <p:sp>
            <p:nvSpPr>
              <p:cNvPr id="1570" name="Google Shape;1570;p77"/>
              <p:cNvSpPr/>
              <p:nvPr/>
            </p:nvSpPr>
            <p:spPr>
              <a:xfrm>
                <a:off x="7337337" y="3355362"/>
                <a:ext cx="100200" cy="1002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77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72" name="Google Shape;1572;p77"/>
          <p:cNvSpPr/>
          <p:nvPr/>
        </p:nvSpPr>
        <p:spPr>
          <a:xfrm>
            <a:off x="959298" y="1412183"/>
            <a:ext cx="25470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7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Development Challenges </a:t>
            </a:r>
            <a:endParaRPr dirty="0"/>
          </a:p>
        </p:txBody>
      </p:sp>
      <p:grpSp>
        <p:nvGrpSpPr>
          <p:cNvPr id="1574" name="Google Shape;1574;p77"/>
          <p:cNvGrpSpPr/>
          <p:nvPr/>
        </p:nvGrpSpPr>
        <p:grpSpPr>
          <a:xfrm>
            <a:off x="586812" y="1037382"/>
            <a:ext cx="3970936" cy="1902825"/>
            <a:chOff x="1185850" y="2040500"/>
            <a:chExt cx="3250800" cy="1735200"/>
          </a:xfrm>
        </p:grpSpPr>
        <p:sp>
          <p:nvSpPr>
            <p:cNvPr id="1575" name="Google Shape;1575;p77"/>
            <p:cNvSpPr/>
            <p:nvPr/>
          </p:nvSpPr>
          <p:spPr>
            <a:xfrm>
              <a:off x="1185850" y="2040500"/>
              <a:ext cx="3250800" cy="1735200"/>
            </a:xfrm>
            <a:prstGeom prst="roundRect">
              <a:avLst>
                <a:gd name="adj" fmla="val 5979"/>
              </a:avLst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76" name="Google Shape;1576;p77"/>
            <p:cNvGrpSpPr/>
            <p:nvPr/>
          </p:nvGrpSpPr>
          <p:grpSpPr>
            <a:xfrm>
              <a:off x="1305555" y="2161975"/>
              <a:ext cx="3011400" cy="146100"/>
              <a:chOff x="1903880" y="1595950"/>
              <a:chExt cx="3011400" cy="146100"/>
            </a:xfrm>
          </p:grpSpPr>
          <p:sp>
            <p:nvSpPr>
              <p:cNvPr id="1577" name="Google Shape;1577;p77"/>
              <p:cNvSpPr/>
              <p:nvPr/>
            </p:nvSpPr>
            <p:spPr>
              <a:xfrm>
                <a:off x="1903880" y="1595950"/>
                <a:ext cx="3011400" cy="146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78" name="Google Shape;1578;p77"/>
              <p:cNvGrpSpPr/>
              <p:nvPr/>
            </p:nvGrpSpPr>
            <p:grpSpPr>
              <a:xfrm rot="10800000" flipH="1">
                <a:off x="1934947" y="1622040"/>
                <a:ext cx="429322" cy="93999"/>
                <a:chOff x="5795037" y="809024"/>
                <a:chExt cx="431653" cy="94500"/>
              </a:xfrm>
            </p:grpSpPr>
            <p:sp>
              <p:nvSpPr>
                <p:cNvPr id="1579" name="Google Shape;1579;p77"/>
                <p:cNvSpPr/>
                <p:nvPr/>
              </p:nvSpPr>
              <p:spPr>
                <a:xfrm>
                  <a:off x="5795037" y="809024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0" name="Google Shape;1580;p77"/>
                <p:cNvSpPr/>
                <p:nvPr/>
              </p:nvSpPr>
              <p:spPr>
                <a:xfrm>
                  <a:off x="5963614" y="809024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1" name="Google Shape;1581;p77"/>
                <p:cNvSpPr/>
                <p:nvPr/>
              </p:nvSpPr>
              <p:spPr>
                <a:xfrm>
                  <a:off x="6132190" y="809024"/>
                  <a:ext cx="94500" cy="945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582" name="Google Shape;1582;p77"/>
          <p:cNvSpPr txBox="1">
            <a:spLocks noGrp="1"/>
          </p:cNvSpPr>
          <p:nvPr>
            <p:ph type="title" idx="2"/>
          </p:nvPr>
        </p:nvSpPr>
        <p:spPr>
          <a:xfrm>
            <a:off x="1439527" y="1288790"/>
            <a:ext cx="2061291" cy="54984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Screen Size Diversity</a:t>
            </a:r>
            <a:endParaRPr dirty="0"/>
          </a:p>
        </p:txBody>
      </p:sp>
      <p:sp>
        <p:nvSpPr>
          <p:cNvPr id="1583" name="Google Shape;1583;p77"/>
          <p:cNvSpPr txBox="1">
            <a:spLocks noGrp="1"/>
          </p:cNvSpPr>
          <p:nvPr>
            <p:ph type="subTitle" idx="4"/>
          </p:nvPr>
        </p:nvSpPr>
        <p:spPr>
          <a:xfrm>
            <a:off x="685594" y="1948092"/>
            <a:ext cx="3773371" cy="100376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>
                <a:solidFill>
                  <a:srgbClr val="B0ABDB"/>
                </a:solidFill>
              </a:rPr>
              <a:t>Challenge: Consistent layout across devices with different screen ratios and notch types</a:t>
            </a:r>
          </a:p>
          <a:p>
            <a:pPr marL="0" indent="0"/>
            <a:r>
              <a:rPr lang="en-US" dirty="0">
                <a:solidFill>
                  <a:srgbClr val="4CE0CC"/>
                </a:solidFill>
              </a:rPr>
              <a:t>Solution: </a:t>
            </a:r>
            <a:r>
              <a:rPr lang="en-US" dirty="0" err="1">
                <a:solidFill>
                  <a:srgbClr val="4CE0CC"/>
                </a:solidFill>
              </a:rPr>
              <a:t>useSafeAreaInsets</a:t>
            </a:r>
            <a:r>
              <a:rPr lang="en-US" dirty="0">
                <a:solidFill>
                  <a:srgbClr val="4CE0CC"/>
                </a:solidFill>
              </a:rPr>
              <a:t> hook + Flexbox auto-scaling via </a:t>
            </a:r>
            <a:r>
              <a:rPr lang="en-US" dirty="0" err="1">
                <a:solidFill>
                  <a:srgbClr val="4CE0CC"/>
                </a:solidFill>
              </a:rPr>
              <a:t>NativeWind</a:t>
            </a:r>
            <a:r>
              <a:rPr lang="en-US" dirty="0">
                <a:solidFill>
                  <a:srgbClr val="4CE0CC"/>
                </a:solidFill>
              </a:rPr>
              <a:t> utility classes.</a:t>
            </a:r>
            <a:endParaRPr lang="en-US" dirty="0"/>
          </a:p>
          <a:p>
            <a:pPr marL="0" lvl="0" indent="0"/>
            <a:endParaRPr dirty="0"/>
          </a:p>
        </p:txBody>
      </p:sp>
      <p:sp>
        <p:nvSpPr>
          <p:cNvPr id="1584" name="Google Shape;1584;p77"/>
          <p:cNvSpPr/>
          <p:nvPr/>
        </p:nvSpPr>
        <p:spPr>
          <a:xfrm rot="5400000">
            <a:off x="-1695" y="2353633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5" name="Google Shape;1585;p77">
            <a:hlinkClick r:id="" action="ppaction://hlinkshowjump?jump=previousslide"/>
          </p:cNvPr>
          <p:cNvSpPr/>
          <p:nvPr/>
        </p:nvSpPr>
        <p:spPr>
          <a:xfrm>
            <a:off x="401842" y="2171183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77">
            <a:hlinkClick r:id="" action="ppaction://hlinkshowjump?jump=nextslide"/>
          </p:cNvPr>
          <p:cNvSpPr/>
          <p:nvPr/>
        </p:nvSpPr>
        <p:spPr>
          <a:xfrm rot="10800000" flipH="1">
            <a:off x="401495" y="2636983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7" name="Google Shape;1587;p77">
            <a:hlinkClick r:id="rId3" action="ppaction://hlinksldjump"/>
          </p:cNvPr>
          <p:cNvSpPr/>
          <p:nvPr/>
        </p:nvSpPr>
        <p:spPr>
          <a:xfrm rot="5400000">
            <a:off x="401481" y="2393101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88" name="Google Shape;1588;p77"/>
          <p:cNvGrpSpPr/>
          <p:nvPr/>
        </p:nvGrpSpPr>
        <p:grpSpPr>
          <a:xfrm>
            <a:off x="558143" y="3030335"/>
            <a:ext cx="4027596" cy="1735200"/>
            <a:chOff x="4707338" y="2040500"/>
            <a:chExt cx="3250800" cy="1735200"/>
          </a:xfrm>
        </p:grpSpPr>
        <p:sp>
          <p:nvSpPr>
            <p:cNvPr id="1589" name="Google Shape;1589;p77"/>
            <p:cNvSpPr/>
            <p:nvPr/>
          </p:nvSpPr>
          <p:spPr>
            <a:xfrm>
              <a:off x="4707338" y="2040500"/>
              <a:ext cx="3250800" cy="1735200"/>
            </a:xfrm>
            <a:prstGeom prst="roundRect">
              <a:avLst>
                <a:gd name="adj" fmla="val 5979"/>
              </a:avLst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0" name="Google Shape;1590;p77"/>
            <p:cNvGrpSpPr/>
            <p:nvPr/>
          </p:nvGrpSpPr>
          <p:grpSpPr>
            <a:xfrm>
              <a:off x="4827043" y="2161975"/>
              <a:ext cx="3011400" cy="146100"/>
              <a:chOff x="1903880" y="1595950"/>
              <a:chExt cx="3011400" cy="146100"/>
            </a:xfrm>
          </p:grpSpPr>
          <p:sp>
            <p:nvSpPr>
              <p:cNvPr id="1591" name="Google Shape;1591;p77"/>
              <p:cNvSpPr/>
              <p:nvPr/>
            </p:nvSpPr>
            <p:spPr>
              <a:xfrm>
                <a:off x="1903880" y="1595950"/>
                <a:ext cx="3011400" cy="146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92" name="Google Shape;1592;p77"/>
              <p:cNvGrpSpPr/>
              <p:nvPr/>
            </p:nvGrpSpPr>
            <p:grpSpPr>
              <a:xfrm rot="10800000" flipH="1">
                <a:off x="1934947" y="1622040"/>
                <a:ext cx="429322" cy="93999"/>
                <a:chOff x="5795037" y="809024"/>
                <a:chExt cx="431653" cy="94500"/>
              </a:xfrm>
            </p:grpSpPr>
            <p:sp>
              <p:nvSpPr>
                <p:cNvPr id="1593" name="Google Shape;1593;p77"/>
                <p:cNvSpPr/>
                <p:nvPr/>
              </p:nvSpPr>
              <p:spPr>
                <a:xfrm>
                  <a:off x="5795037" y="809024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4" name="Google Shape;1594;p77"/>
                <p:cNvSpPr/>
                <p:nvPr/>
              </p:nvSpPr>
              <p:spPr>
                <a:xfrm>
                  <a:off x="5963614" y="809024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5" name="Google Shape;1595;p77"/>
                <p:cNvSpPr/>
                <p:nvPr/>
              </p:nvSpPr>
              <p:spPr>
                <a:xfrm>
                  <a:off x="6132190" y="809024"/>
                  <a:ext cx="94500" cy="945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596" name="Google Shape;1596;p77"/>
          <p:cNvSpPr/>
          <p:nvPr/>
        </p:nvSpPr>
        <p:spPr>
          <a:xfrm>
            <a:off x="1071911" y="3416135"/>
            <a:ext cx="25470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7" name="Google Shape;1597;p77"/>
          <p:cNvSpPr txBox="1">
            <a:spLocks noGrp="1"/>
          </p:cNvSpPr>
          <p:nvPr>
            <p:ph type="title" idx="3"/>
          </p:nvPr>
        </p:nvSpPr>
        <p:spPr>
          <a:xfrm>
            <a:off x="1464333" y="3254618"/>
            <a:ext cx="2082900" cy="19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Technical vs Simple Ux</a:t>
            </a:r>
            <a:endParaRPr dirty="0"/>
          </a:p>
        </p:txBody>
      </p:sp>
      <p:sp>
        <p:nvSpPr>
          <p:cNvPr id="1598" name="Google Shape;1598;p77"/>
          <p:cNvSpPr txBox="1">
            <a:spLocks noGrp="1"/>
          </p:cNvSpPr>
          <p:nvPr>
            <p:ph type="subTitle" idx="1"/>
          </p:nvPr>
        </p:nvSpPr>
        <p:spPr>
          <a:xfrm>
            <a:off x="685594" y="3754235"/>
            <a:ext cx="3688244" cy="9442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>
                <a:solidFill>
                  <a:srgbClr val="B0ABDB"/>
                </a:solidFill>
              </a:rPr>
              <a:t>Challenge: Balancing rich network metrics (RSRP, SINR, jitter) with a clean interface for non-technical users.</a:t>
            </a:r>
          </a:p>
          <a:p>
            <a:pPr marL="0" indent="0"/>
            <a:r>
              <a:rPr lang="en-US" dirty="0">
                <a:solidFill>
                  <a:srgbClr val="4CE0CC"/>
                </a:solidFill>
              </a:rPr>
              <a:t>Solution: Progressive disclosure: summary on Home, details in History, raw data in Settings.</a:t>
            </a:r>
            <a:endParaRPr lang="en-US" dirty="0"/>
          </a:p>
          <a:p>
            <a:pPr marL="0" indent="0"/>
            <a:endParaRPr lang="en-US" dirty="0"/>
          </a:p>
        </p:txBody>
      </p:sp>
      <p:grpSp>
        <p:nvGrpSpPr>
          <p:cNvPr id="1599" name="Google Shape;1599;p77"/>
          <p:cNvGrpSpPr/>
          <p:nvPr/>
        </p:nvGrpSpPr>
        <p:grpSpPr>
          <a:xfrm>
            <a:off x="2709127" y="1760108"/>
            <a:ext cx="2261056" cy="2413186"/>
            <a:chOff x="775177" y="1602383"/>
            <a:chExt cx="2261056" cy="2413186"/>
          </a:xfrm>
        </p:grpSpPr>
        <p:sp>
          <p:nvSpPr>
            <p:cNvPr id="1600" name="Google Shape;1600;p77"/>
            <p:cNvSpPr/>
            <p:nvPr/>
          </p:nvSpPr>
          <p:spPr>
            <a:xfrm>
              <a:off x="775177" y="1606057"/>
              <a:ext cx="412845" cy="137159"/>
            </a:xfrm>
            <a:custGeom>
              <a:avLst/>
              <a:gdLst/>
              <a:ahLst/>
              <a:cxnLst/>
              <a:rect l="l" t="t" r="r" b="b"/>
              <a:pathLst>
                <a:path w="27731" h="9213" extrusionOk="0">
                  <a:moveTo>
                    <a:pt x="17852" y="0"/>
                  </a:moveTo>
                  <a:cubicBezTo>
                    <a:pt x="15721" y="0"/>
                    <a:pt x="13587" y="678"/>
                    <a:pt x="12086" y="1877"/>
                  </a:cubicBezTo>
                  <a:cubicBezTo>
                    <a:pt x="10727" y="2951"/>
                    <a:pt x="9367" y="4764"/>
                    <a:pt x="8880" y="6644"/>
                  </a:cubicBezTo>
                  <a:cubicBezTo>
                    <a:pt x="7885" y="5842"/>
                    <a:pt x="6591" y="5407"/>
                    <a:pt x="5303" y="5407"/>
                  </a:cubicBezTo>
                  <a:cubicBezTo>
                    <a:pt x="4787" y="5407"/>
                    <a:pt x="4272" y="5477"/>
                    <a:pt x="3778" y="5621"/>
                  </a:cubicBezTo>
                  <a:cubicBezTo>
                    <a:pt x="2048" y="6124"/>
                    <a:pt x="588" y="7501"/>
                    <a:pt x="0" y="9213"/>
                  </a:cubicBezTo>
                  <a:lnTo>
                    <a:pt x="27730" y="9112"/>
                  </a:lnTo>
                  <a:cubicBezTo>
                    <a:pt x="27244" y="5688"/>
                    <a:pt x="25213" y="2884"/>
                    <a:pt x="22225" y="1122"/>
                  </a:cubicBezTo>
                  <a:cubicBezTo>
                    <a:pt x="20929" y="354"/>
                    <a:pt x="19391" y="0"/>
                    <a:pt x="178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7"/>
            <p:cNvSpPr/>
            <p:nvPr/>
          </p:nvSpPr>
          <p:spPr>
            <a:xfrm>
              <a:off x="1084942" y="1602383"/>
              <a:ext cx="214663" cy="117835"/>
            </a:xfrm>
            <a:custGeom>
              <a:avLst/>
              <a:gdLst/>
              <a:ahLst/>
              <a:cxnLst/>
              <a:rect l="l" t="t" r="r" b="b"/>
              <a:pathLst>
                <a:path w="14419" h="7915" extrusionOk="0">
                  <a:moveTo>
                    <a:pt x="5350" y="1"/>
                  </a:moveTo>
                  <a:cubicBezTo>
                    <a:pt x="4889" y="1"/>
                    <a:pt x="4425" y="35"/>
                    <a:pt x="3962" y="106"/>
                  </a:cubicBezTo>
                  <a:cubicBezTo>
                    <a:pt x="2836" y="291"/>
                    <a:pt x="1728" y="761"/>
                    <a:pt x="990" y="1634"/>
                  </a:cubicBezTo>
                  <a:cubicBezTo>
                    <a:pt x="269" y="2507"/>
                    <a:pt x="0" y="3816"/>
                    <a:pt x="553" y="4806"/>
                  </a:cubicBezTo>
                  <a:cubicBezTo>
                    <a:pt x="990" y="5611"/>
                    <a:pt x="1847" y="6081"/>
                    <a:pt x="2686" y="6451"/>
                  </a:cubicBezTo>
                  <a:cubicBezTo>
                    <a:pt x="4897" y="7410"/>
                    <a:pt x="7319" y="7915"/>
                    <a:pt x="9743" y="7915"/>
                  </a:cubicBezTo>
                  <a:cubicBezTo>
                    <a:pt x="10374" y="7915"/>
                    <a:pt x="11005" y="7880"/>
                    <a:pt x="11632" y="7811"/>
                  </a:cubicBezTo>
                  <a:cubicBezTo>
                    <a:pt x="12153" y="7744"/>
                    <a:pt x="12690" y="7659"/>
                    <a:pt x="13160" y="7424"/>
                  </a:cubicBezTo>
                  <a:cubicBezTo>
                    <a:pt x="13646" y="7207"/>
                    <a:pt x="14067" y="6804"/>
                    <a:pt x="14201" y="6300"/>
                  </a:cubicBezTo>
                  <a:cubicBezTo>
                    <a:pt x="14419" y="5511"/>
                    <a:pt x="13982" y="4705"/>
                    <a:pt x="13479" y="4085"/>
                  </a:cubicBezTo>
                  <a:cubicBezTo>
                    <a:pt x="11532" y="1596"/>
                    <a:pt x="8499" y="1"/>
                    <a:pt x="53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7"/>
            <p:cNvSpPr/>
            <p:nvPr/>
          </p:nvSpPr>
          <p:spPr>
            <a:xfrm>
              <a:off x="813661" y="1689516"/>
              <a:ext cx="66741" cy="38574"/>
            </a:xfrm>
            <a:custGeom>
              <a:avLst/>
              <a:gdLst/>
              <a:ahLst/>
              <a:cxnLst/>
              <a:rect l="l" t="t" r="r" b="b"/>
              <a:pathLst>
                <a:path w="4483" h="2591" extrusionOk="0">
                  <a:moveTo>
                    <a:pt x="2237" y="1"/>
                  </a:moveTo>
                  <a:cubicBezTo>
                    <a:pt x="1529" y="1"/>
                    <a:pt x="520" y="85"/>
                    <a:pt x="219" y="518"/>
                  </a:cubicBezTo>
                  <a:cubicBezTo>
                    <a:pt x="0" y="854"/>
                    <a:pt x="17" y="1307"/>
                    <a:pt x="219" y="1660"/>
                  </a:cubicBezTo>
                  <a:cubicBezTo>
                    <a:pt x="420" y="2012"/>
                    <a:pt x="772" y="2247"/>
                    <a:pt x="1159" y="2381"/>
                  </a:cubicBezTo>
                  <a:cubicBezTo>
                    <a:pt x="1528" y="2533"/>
                    <a:pt x="1931" y="2566"/>
                    <a:pt x="2334" y="2582"/>
                  </a:cubicBezTo>
                  <a:cubicBezTo>
                    <a:pt x="2441" y="2587"/>
                    <a:pt x="2549" y="2591"/>
                    <a:pt x="2658" y="2591"/>
                  </a:cubicBezTo>
                  <a:cubicBezTo>
                    <a:pt x="2940" y="2591"/>
                    <a:pt x="3225" y="2567"/>
                    <a:pt x="3492" y="2482"/>
                  </a:cubicBezTo>
                  <a:cubicBezTo>
                    <a:pt x="3861" y="2365"/>
                    <a:pt x="4197" y="2112"/>
                    <a:pt x="4331" y="1743"/>
                  </a:cubicBezTo>
                  <a:cubicBezTo>
                    <a:pt x="4483" y="1324"/>
                    <a:pt x="4315" y="820"/>
                    <a:pt x="3979" y="501"/>
                  </a:cubicBezTo>
                  <a:cubicBezTo>
                    <a:pt x="3659" y="183"/>
                    <a:pt x="3189" y="48"/>
                    <a:pt x="2737" y="15"/>
                  </a:cubicBezTo>
                  <a:cubicBezTo>
                    <a:pt x="2608" y="7"/>
                    <a:pt x="2434" y="1"/>
                    <a:pt x="22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77"/>
            <p:cNvSpPr/>
            <p:nvPr/>
          </p:nvSpPr>
          <p:spPr>
            <a:xfrm>
              <a:off x="2623388" y="3878455"/>
              <a:ext cx="412845" cy="137114"/>
            </a:xfrm>
            <a:custGeom>
              <a:avLst/>
              <a:gdLst/>
              <a:ahLst/>
              <a:cxnLst/>
              <a:rect l="l" t="t" r="r" b="b"/>
              <a:pathLst>
                <a:path w="27731" h="9210" extrusionOk="0">
                  <a:moveTo>
                    <a:pt x="17841" y="1"/>
                  </a:moveTo>
                  <a:cubicBezTo>
                    <a:pt x="15714" y="1"/>
                    <a:pt x="13590" y="679"/>
                    <a:pt x="12102" y="1875"/>
                  </a:cubicBezTo>
                  <a:cubicBezTo>
                    <a:pt x="10743" y="2965"/>
                    <a:pt x="9367" y="4762"/>
                    <a:pt x="8897" y="6658"/>
                  </a:cubicBezTo>
                  <a:cubicBezTo>
                    <a:pt x="7888" y="5841"/>
                    <a:pt x="6594" y="5411"/>
                    <a:pt x="5301" y="5411"/>
                  </a:cubicBezTo>
                  <a:cubicBezTo>
                    <a:pt x="4787" y="5411"/>
                    <a:pt x="4273" y="5479"/>
                    <a:pt x="3777" y="5617"/>
                  </a:cubicBezTo>
                  <a:cubicBezTo>
                    <a:pt x="2048" y="6121"/>
                    <a:pt x="587" y="7497"/>
                    <a:pt x="0" y="9210"/>
                  </a:cubicBezTo>
                  <a:lnTo>
                    <a:pt x="27731" y="9126"/>
                  </a:lnTo>
                  <a:cubicBezTo>
                    <a:pt x="27243" y="5684"/>
                    <a:pt x="25213" y="2898"/>
                    <a:pt x="22241" y="1136"/>
                  </a:cubicBezTo>
                  <a:cubicBezTo>
                    <a:pt x="20934" y="359"/>
                    <a:pt x="19387" y="1"/>
                    <a:pt x="178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77"/>
            <p:cNvSpPr/>
            <p:nvPr/>
          </p:nvSpPr>
          <p:spPr>
            <a:xfrm>
              <a:off x="2805313" y="3882951"/>
              <a:ext cx="214678" cy="117701"/>
            </a:xfrm>
            <a:custGeom>
              <a:avLst/>
              <a:gdLst/>
              <a:ahLst/>
              <a:cxnLst/>
              <a:rect l="l" t="t" r="r" b="b"/>
              <a:pathLst>
                <a:path w="14420" h="7906" extrusionOk="0">
                  <a:moveTo>
                    <a:pt x="5379" y="1"/>
                  </a:moveTo>
                  <a:cubicBezTo>
                    <a:pt x="4908" y="1"/>
                    <a:pt x="4435" y="37"/>
                    <a:pt x="3962" y="112"/>
                  </a:cubicBezTo>
                  <a:cubicBezTo>
                    <a:pt x="2837" y="280"/>
                    <a:pt x="1713" y="750"/>
                    <a:pt x="974" y="1622"/>
                  </a:cubicBezTo>
                  <a:cubicBezTo>
                    <a:pt x="252" y="2495"/>
                    <a:pt x="1" y="3805"/>
                    <a:pt x="538" y="4812"/>
                  </a:cubicBezTo>
                  <a:cubicBezTo>
                    <a:pt x="990" y="5601"/>
                    <a:pt x="1830" y="6071"/>
                    <a:pt x="2669" y="6441"/>
                  </a:cubicBezTo>
                  <a:cubicBezTo>
                    <a:pt x="4885" y="7409"/>
                    <a:pt x="7289" y="7905"/>
                    <a:pt x="9699" y="7905"/>
                  </a:cubicBezTo>
                  <a:cubicBezTo>
                    <a:pt x="10339" y="7905"/>
                    <a:pt x="10979" y="7870"/>
                    <a:pt x="11617" y="7800"/>
                  </a:cubicBezTo>
                  <a:cubicBezTo>
                    <a:pt x="12136" y="7750"/>
                    <a:pt x="12673" y="7649"/>
                    <a:pt x="13161" y="7430"/>
                  </a:cubicBezTo>
                  <a:cubicBezTo>
                    <a:pt x="13631" y="7195"/>
                    <a:pt x="14050" y="6793"/>
                    <a:pt x="14202" y="6289"/>
                  </a:cubicBezTo>
                  <a:cubicBezTo>
                    <a:pt x="14419" y="5517"/>
                    <a:pt x="13967" y="4711"/>
                    <a:pt x="13479" y="4073"/>
                  </a:cubicBezTo>
                  <a:cubicBezTo>
                    <a:pt x="11524" y="1593"/>
                    <a:pt x="8505" y="1"/>
                    <a:pt x="5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7000" endPos="54000" dist="1905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199;p70">
            <a:extLst>
              <a:ext uri="{FF2B5EF4-FFF2-40B4-BE49-F238E27FC236}">
                <a16:creationId xmlns:a16="http://schemas.microsoft.com/office/drawing/2014/main" id="{F42E0FB2-E953-86F6-8EEA-AEAB4407D3B4}"/>
              </a:ext>
            </a:extLst>
          </p:cNvPr>
          <p:cNvGrpSpPr/>
          <p:nvPr/>
        </p:nvGrpSpPr>
        <p:grpSpPr>
          <a:xfrm>
            <a:off x="4374739" y="1425006"/>
            <a:ext cx="4256539" cy="2259874"/>
            <a:chOff x="4374739" y="1425006"/>
            <a:chExt cx="4256539" cy="2259874"/>
          </a:xfrm>
        </p:grpSpPr>
        <p:sp>
          <p:nvSpPr>
            <p:cNvPr id="3" name="Google Shape;1200;p70">
              <a:extLst>
                <a:ext uri="{FF2B5EF4-FFF2-40B4-BE49-F238E27FC236}">
                  <a16:creationId xmlns:a16="http://schemas.microsoft.com/office/drawing/2014/main" id="{E8A13737-9BAB-85FD-4EA3-50710A6202C5}"/>
                </a:ext>
              </a:extLst>
            </p:cNvPr>
            <p:cNvSpPr/>
            <p:nvPr/>
          </p:nvSpPr>
          <p:spPr>
            <a:xfrm>
              <a:off x="6905597" y="3112174"/>
              <a:ext cx="419225" cy="572706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201;p70">
              <a:extLst>
                <a:ext uri="{FF2B5EF4-FFF2-40B4-BE49-F238E27FC236}">
                  <a16:creationId xmlns:a16="http://schemas.microsoft.com/office/drawing/2014/main" id="{7E020944-CF99-A10F-02CD-F186D99DF413}"/>
                </a:ext>
              </a:extLst>
            </p:cNvPr>
            <p:cNvSpPr/>
            <p:nvPr/>
          </p:nvSpPr>
          <p:spPr>
            <a:xfrm flipH="1">
              <a:off x="7687763" y="1908249"/>
              <a:ext cx="943514" cy="1288940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oogle Shape;1202;p70">
              <a:extLst>
                <a:ext uri="{FF2B5EF4-FFF2-40B4-BE49-F238E27FC236}">
                  <a16:creationId xmlns:a16="http://schemas.microsoft.com/office/drawing/2014/main" id="{94DEC756-FE5E-6F98-EE4F-C8A034194928}"/>
                </a:ext>
              </a:extLst>
            </p:cNvPr>
            <p:cNvGrpSpPr/>
            <p:nvPr/>
          </p:nvGrpSpPr>
          <p:grpSpPr>
            <a:xfrm>
              <a:off x="4851597" y="1425006"/>
              <a:ext cx="1542900" cy="316800"/>
              <a:chOff x="4801222" y="1142831"/>
              <a:chExt cx="1542900" cy="316800"/>
            </a:xfrm>
          </p:grpSpPr>
          <p:sp>
            <p:nvSpPr>
              <p:cNvPr id="53" name="Google Shape;1203;p70">
                <a:extLst>
                  <a:ext uri="{FF2B5EF4-FFF2-40B4-BE49-F238E27FC236}">
                    <a16:creationId xmlns:a16="http://schemas.microsoft.com/office/drawing/2014/main" id="{2CA23522-0AA8-BE0C-27C6-7341AC21DC69}"/>
                  </a:ext>
                </a:extLst>
              </p:cNvPr>
              <p:cNvSpPr/>
              <p:nvPr/>
            </p:nvSpPr>
            <p:spPr>
              <a:xfrm>
                <a:off x="4801222" y="1142831"/>
                <a:ext cx="1542900" cy="316800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185738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204;p70">
                <a:extLst>
                  <a:ext uri="{FF2B5EF4-FFF2-40B4-BE49-F238E27FC236}">
                    <a16:creationId xmlns:a16="http://schemas.microsoft.com/office/drawing/2014/main" id="{83FD9905-F92E-9716-F73D-0921ACE3644C}"/>
                  </a:ext>
                </a:extLst>
              </p:cNvPr>
              <p:cNvSpPr/>
              <p:nvPr/>
            </p:nvSpPr>
            <p:spPr>
              <a:xfrm>
                <a:off x="5161905" y="1239184"/>
                <a:ext cx="6048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205;p70">
                <a:extLst>
                  <a:ext uri="{FF2B5EF4-FFF2-40B4-BE49-F238E27FC236}">
                    <a16:creationId xmlns:a16="http://schemas.microsoft.com/office/drawing/2014/main" id="{77ADBB80-78DA-F2BB-BF7F-1D053F45E1A2}"/>
                  </a:ext>
                </a:extLst>
              </p:cNvPr>
              <p:cNvSpPr/>
              <p:nvPr/>
            </p:nvSpPr>
            <p:spPr>
              <a:xfrm>
                <a:off x="5810078" y="1239184"/>
                <a:ext cx="4425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206;p70">
                <a:extLst>
                  <a:ext uri="{FF2B5EF4-FFF2-40B4-BE49-F238E27FC236}">
                    <a16:creationId xmlns:a16="http://schemas.microsoft.com/office/drawing/2014/main" id="{24C09AB5-92D3-92F0-CC2D-217A896E4649}"/>
                  </a:ext>
                </a:extLst>
              </p:cNvPr>
              <p:cNvSpPr/>
              <p:nvPr/>
            </p:nvSpPr>
            <p:spPr>
              <a:xfrm>
                <a:off x="5161905" y="1344867"/>
                <a:ext cx="2748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207;p70">
                <a:extLst>
                  <a:ext uri="{FF2B5EF4-FFF2-40B4-BE49-F238E27FC236}">
                    <a16:creationId xmlns:a16="http://schemas.microsoft.com/office/drawing/2014/main" id="{163C1CF0-4EEE-F9B2-119A-02789C44D6E8}"/>
                  </a:ext>
                </a:extLst>
              </p:cNvPr>
              <p:cNvSpPr/>
              <p:nvPr/>
            </p:nvSpPr>
            <p:spPr>
              <a:xfrm>
                <a:off x="4858914" y="1184993"/>
                <a:ext cx="232500" cy="232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" name="Google Shape;1208;p70">
              <a:extLst>
                <a:ext uri="{FF2B5EF4-FFF2-40B4-BE49-F238E27FC236}">
                  <a16:creationId xmlns:a16="http://schemas.microsoft.com/office/drawing/2014/main" id="{25038DC1-02AC-A6DE-7CD8-274CCDC13C34}"/>
                </a:ext>
              </a:extLst>
            </p:cNvPr>
            <p:cNvSpPr/>
            <p:nvPr/>
          </p:nvSpPr>
          <p:spPr>
            <a:xfrm>
              <a:off x="6517358" y="1636165"/>
              <a:ext cx="521400" cy="105600"/>
            </a:xfrm>
            <a:prstGeom prst="roundRect">
              <a:avLst>
                <a:gd name="adj" fmla="val 42298"/>
              </a:avLst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09;p70">
              <a:extLst>
                <a:ext uri="{FF2B5EF4-FFF2-40B4-BE49-F238E27FC236}">
                  <a16:creationId xmlns:a16="http://schemas.microsoft.com/office/drawing/2014/main" id="{B6610B62-7F46-C47B-BBF2-4C59D4FCA902}"/>
                </a:ext>
              </a:extLst>
            </p:cNvPr>
            <p:cNvSpPr/>
            <p:nvPr/>
          </p:nvSpPr>
          <p:spPr>
            <a:xfrm>
              <a:off x="4374739" y="2773665"/>
              <a:ext cx="394500" cy="2748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1210;p70">
              <a:extLst>
                <a:ext uri="{FF2B5EF4-FFF2-40B4-BE49-F238E27FC236}">
                  <a16:creationId xmlns:a16="http://schemas.microsoft.com/office/drawing/2014/main" id="{E2354E03-34D3-539C-D7D6-8F732DEBC41C}"/>
                </a:ext>
              </a:extLst>
            </p:cNvPr>
            <p:cNvGrpSpPr/>
            <p:nvPr/>
          </p:nvGrpSpPr>
          <p:grpSpPr>
            <a:xfrm>
              <a:off x="5386483" y="2396195"/>
              <a:ext cx="801000" cy="801000"/>
              <a:chOff x="5372267" y="434783"/>
              <a:chExt cx="801000" cy="801000"/>
            </a:xfrm>
          </p:grpSpPr>
          <p:sp>
            <p:nvSpPr>
              <p:cNvPr id="51" name="Google Shape;1211;p70">
                <a:extLst>
                  <a:ext uri="{FF2B5EF4-FFF2-40B4-BE49-F238E27FC236}">
                    <a16:creationId xmlns:a16="http://schemas.microsoft.com/office/drawing/2014/main" id="{A63460C1-AC08-F0FE-5AAF-FA6C72031D06}"/>
                  </a:ext>
                </a:extLst>
              </p:cNvPr>
              <p:cNvSpPr/>
              <p:nvPr/>
            </p:nvSpPr>
            <p:spPr>
              <a:xfrm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212;p70">
                <a:extLst>
                  <a:ext uri="{FF2B5EF4-FFF2-40B4-BE49-F238E27FC236}">
                    <a16:creationId xmlns:a16="http://schemas.microsoft.com/office/drawing/2014/main" id="{A5B2AA43-D53D-30E7-79C3-A1321326B391}"/>
                  </a:ext>
                </a:extLst>
              </p:cNvPr>
              <p:cNvSpPr/>
              <p:nvPr/>
            </p:nvSpPr>
            <p:spPr>
              <a:xfrm rot="10800000" flipH="1"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" name="Google Shape;1213;p70">
              <a:extLst>
                <a:ext uri="{FF2B5EF4-FFF2-40B4-BE49-F238E27FC236}">
                  <a16:creationId xmlns:a16="http://schemas.microsoft.com/office/drawing/2014/main" id="{31763D31-A5E1-F019-CB1F-5D24C813573C}"/>
                </a:ext>
              </a:extLst>
            </p:cNvPr>
            <p:cNvGrpSpPr/>
            <p:nvPr/>
          </p:nvGrpSpPr>
          <p:grpSpPr>
            <a:xfrm>
              <a:off x="4785772" y="2647318"/>
              <a:ext cx="739744" cy="1028624"/>
              <a:chOff x="8161500" y="2897475"/>
              <a:chExt cx="1020900" cy="1419575"/>
            </a:xfrm>
          </p:grpSpPr>
          <p:sp>
            <p:nvSpPr>
              <p:cNvPr id="38" name="Google Shape;1214;p70">
                <a:extLst>
                  <a:ext uri="{FF2B5EF4-FFF2-40B4-BE49-F238E27FC236}">
                    <a16:creationId xmlns:a16="http://schemas.microsoft.com/office/drawing/2014/main" id="{7A0BA77E-5D88-ACB3-AC11-32B6B996D274}"/>
                  </a:ext>
                </a:extLst>
              </p:cNvPr>
              <p:cNvSpPr/>
              <p:nvPr/>
            </p:nvSpPr>
            <p:spPr>
              <a:xfrm>
                <a:off x="8424000" y="2897475"/>
                <a:ext cx="758400" cy="75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  <a:effectLst>
                <a:outerShdw blurRad="214313" dist="19050" dir="5400000" algn="bl" rotWithShape="0">
                  <a:schemeClr val="dk1">
                    <a:alpha val="3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215;p70">
                <a:extLst>
                  <a:ext uri="{FF2B5EF4-FFF2-40B4-BE49-F238E27FC236}">
                    <a16:creationId xmlns:a16="http://schemas.microsoft.com/office/drawing/2014/main" id="{8C3B02B5-AD14-460B-6023-F1F41C5AB5DE}"/>
                  </a:ext>
                </a:extLst>
              </p:cNvPr>
              <p:cNvSpPr/>
              <p:nvPr/>
            </p:nvSpPr>
            <p:spPr>
              <a:xfrm>
                <a:off x="8877600" y="3669350"/>
                <a:ext cx="138900" cy="138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0" name="Google Shape;1216;p70">
                <a:extLst>
                  <a:ext uri="{FF2B5EF4-FFF2-40B4-BE49-F238E27FC236}">
                    <a16:creationId xmlns:a16="http://schemas.microsoft.com/office/drawing/2014/main" id="{E8F4B94D-7FC8-E465-34C0-F6D1D320905D}"/>
                  </a:ext>
                </a:extLst>
              </p:cNvPr>
              <p:cNvGrpSpPr/>
              <p:nvPr/>
            </p:nvGrpSpPr>
            <p:grpSpPr>
              <a:xfrm>
                <a:off x="8662225" y="3048175"/>
                <a:ext cx="281950" cy="894600"/>
                <a:chOff x="9961275" y="3048175"/>
                <a:chExt cx="281950" cy="894600"/>
              </a:xfrm>
            </p:grpSpPr>
            <p:cxnSp>
              <p:nvCxnSpPr>
                <p:cNvPr id="47" name="Google Shape;1217;p70">
                  <a:extLst>
                    <a:ext uri="{FF2B5EF4-FFF2-40B4-BE49-F238E27FC236}">
                      <a16:creationId xmlns:a16="http://schemas.microsoft.com/office/drawing/2014/main" id="{DB150055-90A6-6E2B-1D49-07CAA5AA7F50}"/>
                    </a:ext>
                  </a:extLst>
                </p:cNvPr>
                <p:cNvCxnSpPr/>
                <p:nvPr/>
              </p:nvCxnSpPr>
              <p:spPr>
                <a:xfrm>
                  <a:off x="10097400" y="3048175"/>
                  <a:ext cx="0" cy="894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48" name="Google Shape;1218;p70">
                  <a:extLst>
                    <a:ext uri="{FF2B5EF4-FFF2-40B4-BE49-F238E27FC236}">
                      <a16:creationId xmlns:a16="http://schemas.microsoft.com/office/drawing/2014/main" id="{72EF72D9-FCE6-7E98-21A7-5193A199BA6E}"/>
                    </a:ext>
                  </a:extLst>
                </p:cNvPr>
                <p:cNvCxnSpPr/>
                <p:nvPr/>
              </p:nvCxnSpPr>
              <p:spPr>
                <a:xfrm>
                  <a:off x="9961275" y="3354450"/>
                  <a:ext cx="131400" cy="131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49" name="Google Shape;1219;p70">
                  <a:extLst>
                    <a:ext uri="{FF2B5EF4-FFF2-40B4-BE49-F238E27FC236}">
                      <a16:creationId xmlns:a16="http://schemas.microsoft.com/office/drawing/2014/main" id="{08F727B8-2280-7BF2-3ADC-3CC07ED2272D}"/>
                    </a:ext>
                  </a:extLst>
                </p:cNvPr>
                <p:cNvCxnSpPr/>
                <p:nvPr/>
              </p:nvCxnSpPr>
              <p:spPr>
                <a:xfrm flipH="1">
                  <a:off x="10102175" y="3150275"/>
                  <a:ext cx="111900" cy="111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50" name="Google Shape;1220;p70">
                  <a:extLst>
                    <a:ext uri="{FF2B5EF4-FFF2-40B4-BE49-F238E27FC236}">
                      <a16:creationId xmlns:a16="http://schemas.microsoft.com/office/drawing/2014/main" id="{C61D1AD7-AFF7-1067-06E3-777D41C593BE}"/>
                    </a:ext>
                  </a:extLst>
                </p:cNvPr>
                <p:cNvCxnSpPr/>
                <p:nvPr/>
              </p:nvCxnSpPr>
              <p:spPr>
                <a:xfrm flipH="1">
                  <a:off x="10092625" y="3753100"/>
                  <a:ext cx="150600" cy="150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</p:grpSp>
          <p:sp>
            <p:nvSpPr>
              <p:cNvPr id="41" name="Google Shape;1221;p70">
                <a:extLst>
                  <a:ext uri="{FF2B5EF4-FFF2-40B4-BE49-F238E27FC236}">
                    <a16:creationId xmlns:a16="http://schemas.microsoft.com/office/drawing/2014/main" id="{DDBDEAB8-80AC-7170-4619-525CFB2E66E7}"/>
                  </a:ext>
                </a:extLst>
              </p:cNvPr>
              <p:cNvSpPr/>
              <p:nvPr/>
            </p:nvSpPr>
            <p:spPr>
              <a:xfrm>
                <a:off x="8586863" y="3937850"/>
                <a:ext cx="432675" cy="379200"/>
              </a:xfrm>
              <a:custGeom>
                <a:avLst/>
                <a:gdLst/>
                <a:ahLst/>
                <a:cxnLst/>
                <a:rect l="l" t="t" r="r" b="b"/>
                <a:pathLst>
                  <a:path w="17307" h="15168" extrusionOk="0">
                    <a:moveTo>
                      <a:pt x="0" y="0"/>
                    </a:moveTo>
                    <a:lnTo>
                      <a:pt x="17307" y="0"/>
                    </a:lnTo>
                    <a:lnTo>
                      <a:pt x="15362" y="15168"/>
                    </a:lnTo>
                    <a:lnTo>
                      <a:pt x="1556" y="1516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  <a:effectLst>
                <a:outerShdw blurRad="328613" dist="19050" dir="5400000" algn="bl" rotWithShape="0">
                  <a:schemeClr val="dk1">
                    <a:alpha val="24000"/>
                  </a:schemeClr>
                </a:outerShdw>
              </a:effectLst>
            </p:spPr>
          </p:sp>
          <p:grpSp>
            <p:nvGrpSpPr>
              <p:cNvPr id="42" name="Google Shape;1222;p70">
                <a:extLst>
                  <a:ext uri="{FF2B5EF4-FFF2-40B4-BE49-F238E27FC236}">
                    <a16:creationId xmlns:a16="http://schemas.microsoft.com/office/drawing/2014/main" id="{04432B46-F6EC-AD97-3AE4-A2B9EBC79FDC}"/>
                  </a:ext>
                </a:extLst>
              </p:cNvPr>
              <p:cNvGrpSpPr/>
              <p:nvPr/>
            </p:nvGrpSpPr>
            <p:grpSpPr>
              <a:xfrm>
                <a:off x="8161500" y="3500302"/>
                <a:ext cx="525000" cy="298200"/>
                <a:chOff x="10048800" y="3500302"/>
                <a:chExt cx="525000" cy="298200"/>
              </a:xfrm>
            </p:grpSpPr>
            <p:sp>
              <p:nvSpPr>
                <p:cNvPr id="43" name="Google Shape;1223;p70">
                  <a:extLst>
                    <a:ext uri="{FF2B5EF4-FFF2-40B4-BE49-F238E27FC236}">
                      <a16:creationId xmlns:a16="http://schemas.microsoft.com/office/drawing/2014/main" id="{B543A0E7-F3BA-78A4-E4A8-1CF067BC98DF}"/>
                    </a:ext>
                  </a:extLst>
                </p:cNvPr>
                <p:cNvSpPr/>
                <p:nvPr/>
              </p:nvSpPr>
              <p:spPr>
                <a:xfrm>
                  <a:off x="10048800" y="3500302"/>
                  <a:ext cx="525000" cy="298200"/>
                </a:xfrm>
                <a:prstGeom prst="wedgeRoundRectCallout">
                  <a:avLst>
                    <a:gd name="adj1" fmla="val 31681"/>
                    <a:gd name="adj2" fmla="val 70641"/>
                    <a:gd name="adj3" fmla="val 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1224;p70">
                  <a:extLst>
                    <a:ext uri="{FF2B5EF4-FFF2-40B4-BE49-F238E27FC236}">
                      <a16:creationId xmlns:a16="http://schemas.microsoft.com/office/drawing/2014/main" id="{9218AB13-759D-8231-DD88-AFEF66FE3244}"/>
                    </a:ext>
                  </a:extLst>
                </p:cNvPr>
                <p:cNvSpPr/>
                <p:nvPr/>
              </p:nvSpPr>
              <p:spPr>
                <a:xfrm>
                  <a:off x="10111975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1225;p70">
                  <a:extLst>
                    <a:ext uri="{FF2B5EF4-FFF2-40B4-BE49-F238E27FC236}">
                      <a16:creationId xmlns:a16="http://schemas.microsoft.com/office/drawing/2014/main" id="{3530AA24-619A-8A5E-7C52-1B63F158F5B7}"/>
                    </a:ext>
                  </a:extLst>
                </p:cNvPr>
                <p:cNvSpPr/>
                <p:nvPr/>
              </p:nvSpPr>
              <p:spPr>
                <a:xfrm>
                  <a:off x="10271953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1226;p70">
                  <a:extLst>
                    <a:ext uri="{FF2B5EF4-FFF2-40B4-BE49-F238E27FC236}">
                      <a16:creationId xmlns:a16="http://schemas.microsoft.com/office/drawing/2014/main" id="{1247D5DB-7ABA-1523-493A-9DE0316A3D92}"/>
                    </a:ext>
                  </a:extLst>
                </p:cNvPr>
                <p:cNvSpPr/>
                <p:nvPr/>
              </p:nvSpPr>
              <p:spPr>
                <a:xfrm>
                  <a:off x="10431932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" name="Google Shape;1227;p70">
              <a:extLst>
                <a:ext uri="{FF2B5EF4-FFF2-40B4-BE49-F238E27FC236}">
                  <a16:creationId xmlns:a16="http://schemas.microsoft.com/office/drawing/2014/main" id="{19D194A7-C4A4-467C-7CE4-8383056ED983}"/>
                </a:ext>
              </a:extLst>
            </p:cNvPr>
            <p:cNvSpPr/>
            <p:nvPr/>
          </p:nvSpPr>
          <p:spPr>
            <a:xfrm>
              <a:off x="8032619" y="3271615"/>
              <a:ext cx="253800" cy="2538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28;p70">
              <a:extLst>
                <a:ext uri="{FF2B5EF4-FFF2-40B4-BE49-F238E27FC236}">
                  <a16:creationId xmlns:a16="http://schemas.microsoft.com/office/drawing/2014/main" id="{80D31738-70B4-382C-3D78-55426C3AAD82}"/>
                </a:ext>
              </a:extLst>
            </p:cNvPr>
            <p:cNvSpPr/>
            <p:nvPr/>
          </p:nvSpPr>
          <p:spPr>
            <a:xfrm>
              <a:off x="5386471" y="2095984"/>
              <a:ext cx="197100" cy="1971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29;p70">
              <a:extLst>
                <a:ext uri="{FF2B5EF4-FFF2-40B4-BE49-F238E27FC236}">
                  <a16:creationId xmlns:a16="http://schemas.microsoft.com/office/drawing/2014/main" id="{BA1B421E-2224-157C-7B1B-439CEB70E472}"/>
                </a:ext>
              </a:extLst>
            </p:cNvPr>
            <p:cNvGrpSpPr/>
            <p:nvPr/>
          </p:nvGrpSpPr>
          <p:grpSpPr>
            <a:xfrm>
              <a:off x="4408235" y="1688223"/>
              <a:ext cx="3745392" cy="1987726"/>
              <a:chOff x="2442475" y="1834625"/>
              <a:chExt cx="3131075" cy="1661700"/>
            </a:xfrm>
          </p:grpSpPr>
          <p:sp>
            <p:nvSpPr>
              <p:cNvPr id="18" name="Google Shape;1230;p70">
                <a:extLst>
                  <a:ext uri="{FF2B5EF4-FFF2-40B4-BE49-F238E27FC236}">
                    <a16:creationId xmlns:a16="http://schemas.microsoft.com/office/drawing/2014/main" id="{BF12A70B-D61E-895E-A3EB-AF1BB5A8FFF9}"/>
                  </a:ext>
                </a:extLst>
              </p:cNvPr>
              <p:cNvSpPr/>
              <p:nvPr/>
            </p:nvSpPr>
            <p:spPr>
              <a:xfrm>
                <a:off x="2442475" y="1941350"/>
                <a:ext cx="2724775" cy="107300"/>
              </a:xfrm>
              <a:custGeom>
                <a:avLst/>
                <a:gdLst/>
                <a:ahLst/>
                <a:cxnLst/>
                <a:rect l="l" t="t" r="r" b="b"/>
                <a:pathLst>
                  <a:path w="108991" h="4292" extrusionOk="0">
                    <a:moveTo>
                      <a:pt x="2283" y="0"/>
                    </a:moveTo>
                    <a:cubicBezTo>
                      <a:pt x="1141" y="0"/>
                      <a:pt x="0" y="867"/>
                      <a:pt x="0" y="2009"/>
                    </a:cubicBezTo>
                    <a:cubicBezTo>
                      <a:pt x="0" y="3424"/>
                      <a:pt x="1141" y="4291"/>
                      <a:pt x="2283" y="4291"/>
                    </a:cubicBezTo>
                    <a:lnTo>
                      <a:pt x="106982" y="4291"/>
                    </a:lnTo>
                    <a:cubicBezTo>
                      <a:pt x="108124" y="4291"/>
                      <a:pt x="108991" y="3424"/>
                      <a:pt x="108991" y="2009"/>
                    </a:cubicBezTo>
                    <a:cubicBezTo>
                      <a:pt x="108991" y="867"/>
                      <a:pt x="108124" y="0"/>
                      <a:pt x="1069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231;p70">
                <a:extLst>
                  <a:ext uri="{FF2B5EF4-FFF2-40B4-BE49-F238E27FC236}">
                    <a16:creationId xmlns:a16="http://schemas.microsoft.com/office/drawing/2014/main" id="{F7D9F113-B96E-1A13-6AD7-CE829B63D264}"/>
                  </a:ext>
                </a:extLst>
              </p:cNvPr>
              <p:cNvSpPr/>
              <p:nvPr/>
            </p:nvSpPr>
            <p:spPr>
              <a:xfrm>
                <a:off x="2442475" y="1834625"/>
                <a:ext cx="42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713" extrusionOk="0">
                    <a:moveTo>
                      <a:pt x="845" y="1"/>
                    </a:moveTo>
                    <a:cubicBezTo>
                      <a:pt x="274" y="1"/>
                      <a:pt x="0" y="275"/>
                      <a:pt x="0" y="845"/>
                    </a:cubicBezTo>
                    <a:cubicBezTo>
                      <a:pt x="0" y="1416"/>
                      <a:pt x="274" y="1713"/>
                      <a:pt x="845" y="1713"/>
                    </a:cubicBezTo>
                    <a:cubicBezTo>
                      <a:pt x="1415" y="1713"/>
                      <a:pt x="1712" y="1416"/>
                      <a:pt x="1712" y="845"/>
                    </a:cubicBezTo>
                    <a:cubicBezTo>
                      <a:pt x="1712" y="275"/>
                      <a:pt x="1415" y="1"/>
                      <a:pt x="8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232;p70">
                <a:extLst>
                  <a:ext uri="{FF2B5EF4-FFF2-40B4-BE49-F238E27FC236}">
                    <a16:creationId xmlns:a16="http://schemas.microsoft.com/office/drawing/2014/main" id="{1EE7A0B1-7DB5-EA41-9D3D-E992B924389A}"/>
                  </a:ext>
                </a:extLst>
              </p:cNvPr>
              <p:cNvSpPr/>
              <p:nvPr/>
            </p:nvSpPr>
            <p:spPr>
              <a:xfrm>
                <a:off x="2534900" y="1834625"/>
                <a:ext cx="50250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2010" h="1713" extrusionOk="0">
                    <a:moveTo>
                      <a:pt x="868" y="1"/>
                    </a:moveTo>
                    <a:cubicBezTo>
                      <a:pt x="571" y="1"/>
                      <a:pt x="1" y="275"/>
                      <a:pt x="1" y="845"/>
                    </a:cubicBezTo>
                    <a:cubicBezTo>
                      <a:pt x="1" y="1416"/>
                      <a:pt x="571" y="1713"/>
                      <a:pt x="868" y="1713"/>
                    </a:cubicBezTo>
                    <a:cubicBezTo>
                      <a:pt x="1439" y="1713"/>
                      <a:pt x="2009" y="1416"/>
                      <a:pt x="2009" y="845"/>
                    </a:cubicBezTo>
                    <a:cubicBezTo>
                      <a:pt x="2009" y="275"/>
                      <a:pt x="1439" y="1"/>
                      <a:pt x="8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233;p70">
                <a:extLst>
                  <a:ext uri="{FF2B5EF4-FFF2-40B4-BE49-F238E27FC236}">
                    <a16:creationId xmlns:a16="http://schemas.microsoft.com/office/drawing/2014/main" id="{C52BA053-43E4-8ED6-4F50-313BF86AD077}"/>
                  </a:ext>
                </a:extLst>
              </p:cNvPr>
              <p:cNvSpPr/>
              <p:nvPr/>
            </p:nvSpPr>
            <p:spPr>
              <a:xfrm>
                <a:off x="2627925" y="1834625"/>
                <a:ext cx="496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713" extrusionOk="0">
                    <a:moveTo>
                      <a:pt x="1142" y="1"/>
                    </a:moveTo>
                    <a:cubicBezTo>
                      <a:pt x="571" y="1"/>
                      <a:pt x="0" y="275"/>
                      <a:pt x="0" y="845"/>
                    </a:cubicBezTo>
                    <a:cubicBezTo>
                      <a:pt x="0" y="1416"/>
                      <a:pt x="571" y="1713"/>
                      <a:pt x="1142" y="1713"/>
                    </a:cubicBezTo>
                    <a:cubicBezTo>
                      <a:pt x="1712" y="1713"/>
                      <a:pt x="1986" y="1416"/>
                      <a:pt x="1986" y="845"/>
                    </a:cubicBezTo>
                    <a:cubicBezTo>
                      <a:pt x="1986" y="275"/>
                      <a:pt x="1712" y="1"/>
                      <a:pt x="11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234;p70">
                <a:extLst>
                  <a:ext uri="{FF2B5EF4-FFF2-40B4-BE49-F238E27FC236}">
                    <a16:creationId xmlns:a16="http://schemas.microsoft.com/office/drawing/2014/main" id="{ECD61B53-F3B7-238C-8977-87AA410FF3E6}"/>
                  </a:ext>
                </a:extLst>
              </p:cNvPr>
              <p:cNvSpPr/>
              <p:nvPr/>
            </p:nvSpPr>
            <p:spPr>
              <a:xfrm>
                <a:off x="4646250" y="2191275"/>
                <a:ext cx="927300" cy="1305050"/>
              </a:xfrm>
              <a:custGeom>
                <a:avLst/>
                <a:gdLst/>
                <a:ahLst/>
                <a:cxnLst/>
                <a:rect l="l" t="t" r="r" b="b"/>
                <a:pathLst>
                  <a:path w="37092" h="52202" extrusionOk="0">
                    <a:moveTo>
                      <a:pt x="1142" y="1"/>
                    </a:moveTo>
                    <a:cubicBezTo>
                      <a:pt x="571" y="1"/>
                      <a:pt x="0" y="571"/>
                      <a:pt x="0" y="1142"/>
                    </a:cubicBezTo>
                    <a:lnTo>
                      <a:pt x="0" y="51061"/>
                    </a:lnTo>
                    <a:cubicBezTo>
                      <a:pt x="0" y="51631"/>
                      <a:pt x="571" y="52202"/>
                      <a:pt x="1142" y="52202"/>
                    </a:cubicBezTo>
                    <a:lnTo>
                      <a:pt x="35950" y="52202"/>
                    </a:lnTo>
                    <a:cubicBezTo>
                      <a:pt x="36818" y="52202"/>
                      <a:pt x="37092" y="51631"/>
                      <a:pt x="37092" y="51061"/>
                    </a:cubicBezTo>
                    <a:lnTo>
                      <a:pt x="37092" y="1142"/>
                    </a:lnTo>
                    <a:cubicBezTo>
                      <a:pt x="37092" y="571"/>
                      <a:pt x="36818" y="1"/>
                      <a:pt x="359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235;p70">
                <a:extLst>
                  <a:ext uri="{FF2B5EF4-FFF2-40B4-BE49-F238E27FC236}">
                    <a16:creationId xmlns:a16="http://schemas.microsoft.com/office/drawing/2014/main" id="{5A595DCE-21C1-C09C-CCE1-3C7A545032C9}"/>
                  </a:ext>
                </a:extLst>
              </p:cNvPr>
              <p:cNvSpPr/>
              <p:nvPr/>
            </p:nvSpPr>
            <p:spPr>
              <a:xfrm>
                <a:off x="4703325" y="2297975"/>
                <a:ext cx="502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713" extrusionOk="0">
                    <a:moveTo>
                      <a:pt x="1141" y="1"/>
                    </a:moveTo>
                    <a:cubicBezTo>
                      <a:pt x="571" y="1"/>
                      <a:pt x="0" y="298"/>
                      <a:pt x="0" y="868"/>
                    </a:cubicBezTo>
                    <a:cubicBezTo>
                      <a:pt x="0" y="1439"/>
                      <a:pt x="571" y="1713"/>
                      <a:pt x="1141" y="1713"/>
                    </a:cubicBezTo>
                    <a:cubicBezTo>
                      <a:pt x="1712" y="1713"/>
                      <a:pt x="2009" y="1439"/>
                      <a:pt x="2009" y="868"/>
                    </a:cubicBezTo>
                    <a:cubicBezTo>
                      <a:pt x="2009" y="298"/>
                      <a:pt x="1712" y="1"/>
                      <a:pt x="11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236;p70">
                <a:extLst>
                  <a:ext uri="{FF2B5EF4-FFF2-40B4-BE49-F238E27FC236}">
                    <a16:creationId xmlns:a16="http://schemas.microsoft.com/office/drawing/2014/main" id="{746CA2BB-B6AC-C1B6-FF52-7D06C7D5EA71}"/>
                  </a:ext>
                </a:extLst>
              </p:cNvPr>
              <p:cNvSpPr/>
              <p:nvPr/>
            </p:nvSpPr>
            <p:spPr>
              <a:xfrm>
                <a:off x="4803175" y="2297975"/>
                <a:ext cx="42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713" extrusionOk="0">
                    <a:moveTo>
                      <a:pt x="868" y="1"/>
                    </a:moveTo>
                    <a:cubicBezTo>
                      <a:pt x="297" y="1"/>
                      <a:pt x="0" y="298"/>
                      <a:pt x="0" y="868"/>
                    </a:cubicBezTo>
                    <a:cubicBezTo>
                      <a:pt x="0" y="1439"/>
                      <a:pt x="297" y="1713"/>
                      <a:pt x="868" y="1713"/>
                    </a:cubicBezTo>
                    <a:cubicBezTo>
                      <a:pt x="1438" y="1713"/>
                      <a:pt x="1712" y="1439"/>
                      <a:pt x="1712" y="868"/>
                    </a:cubicBezTo>
                    <a:cubicBezTo>
                      <a:pt x="1712" y="298"/>
                      <a:pt x="1438" y="1"/>
                      <a:pt x="8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237;p70">
                <a:extLst>
                  <a:ext uri="{FF2B5EF4-FFF2-40B4-BE49-F238E27FC236}">
                    <a16:creationId xmlns:a16="http://schemas.microsoft.com/office/drawing/2014/main" id="{61A1E221-0B0B-D1C1-C0B2-C9EE0A0E4FEA}"/>
                  </a:ext>
                </a:extLst>
              </p:cNvPr>
              <p:cNvSpPr/>
              <p:nvPr/>
            </p:nvSpPr>
            <p:spPr>
              <a:xfrm>
                <a:off x="4896175" y="2297975"/>
                <a:ext cx="496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713" extrusionOk="0">
                    <a:moveTo>
                      <a:pt x="1142" y="1"/>
                    </a:moveTo>
                    <a:cubicBezTo>
                      <a:pt x="572" y="1"/>
                      <a:pt x="1" y="298"/>
                      <a:pt x="1" y="868"/>
                    </a:cubicBezTo>
                    <a:cubicBezTo>
                      <a:pt x="1" y="1439"/>
                      <a:pt x="572" y="1713"/>
                      <a:pt x="1142" y="1713"/>
                    </a:cubicBezTo>
                    <a:cubicBezTo>
                      <a:pt x="1416" y="1713"/>
                      <a:pt x="1987" y="1439"/>
                      <a:pt x="1987" y="868"/>
                    </a:cubicBezTo>
                    <a:cubicBezTo>
                      <a:pt x="1987" y="298"/>
                      <a:pt x="1416" y="1"/>
                      <a:pt x="11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238;p70">
                <a:extLst>
                  <a:ext uri="{FF2B5EF4-FFF2-40B4-BE49-F238E27FC236}">
                    <a16:creationId xmlns:a16="http://schemas.microsoft.com/office/drawing/2014/main" id="{1CD781AD-75C0-C9FF-0815-88468E2A7510}"/>
                  </a:ext>
                </a:extLst>
              </p:cNvPr>
              <p:cNvSpPr/>
              <p:nvPr/>
            </p:nvSpPr>
            <p:spPr>
              <a:xfrm>
                <a:off x="4845975" y="2827891"/>
                <a:ext cx="535275" cy="535275"/>
              </a:xfrm>
              <a:custGeom>
                <a:avLst/>
                <a:gdLst/>
                <a:ahLst/>
                <a:cxnLst/>
                <a:rect l="l" t="t" r="r" b="b"/>
                <a:pathLst>
                  <a:path w="21411" h="21411" extrusionOk="0">
                    <a:moveTo>
                      <a:pt x="10568" y="6574"/>
                    </a:moveTo>
                    <a:cubicBezTo>
                      <a:pt x="12851" y="6574"/>
                      <a:pt x="14563" y="8560"/>
                      <a:pt x="14563" y="10842"/>
                    </a:cubicBezTo>
                    <a:cubicBezTo>
                      <a:pt x="14563" y="12851"/>
                      <a:pt x="12851" y="14837"/>
                      <a:pt x="10568" y="14837"/>
                    </a:cubicBezTo>
                    <a:cubicBezTo>
                      <a:pt x="8286" y="14837"/>
                      <a:pt x="6574" y="12851"/>
                      <a:pt x="6574" y="10842"/>
                    </a:cubicBezTo>
                    <a:cubicBezTo>
                      <a:pt x="6574" y="8560"/>
                      <a:pt x="8286" y="6574"/>
                      <a:pt x="10568" y="6574"/>
                    </a:cubicBezTo>
                    <a:close/>
                    <a:moveTo>
                      <a:pt x="8560" y="0"/>
                    </a:moveTo>
                    <a:lnTo>
                      <a:pt x="8560" y="2009"/>
                    </a:lnTo>
                    <a:cubicBezTo>
                      <a:pt x="7715" y="2283"/>
                      <a:pt x="6848" y="2580"/>
                      <a:pt x="6003" y="3150"/>
                    </a:cubicBezTo>
                    <a:lnTo>
                      <a:pt x="4565" y="1712"/>
                    </a:lnTo>
                    <a:lnTo>
                      <a:pt x="1712" y="4565"/>
                    </a:lnTo>
                    <a:lnTo>
                      <a:pt x="3150" y="6277"/>
                    </a:lnTo>
                    <a:cubicBezTo>
                      <a:pt x="2580" y="6848"/>
                      <a:pt x="2283" y="7715"/>
                      <a:pt x="2009" y="8560"/>
                    </a:cubicBezTo>
                    <a:lnTo>
                      <a:pt x="0" y="8560"/>
                    </a:lnTo>
                    <a:lnTo>
                      <a:pt x="0" y="12851"/>
                    </a:lnTo>
                    <a:lnTo>
                      <a:pt x="2009" y="12851"/>
                    </a:lnTo>
                    <a:cubicBezTo>
                      <a:pt x="2283" y="13695"/>
                      <a:pt x="2580" y="14563"/>
                      <a:pt x="3150" y="15407"/>
                    </a:cubicBezTo>
                    <a:lnTo>
                      <a:pt x="1712" y="16845"/>
                    </a:lnTo>
                    <a:lnTo>
                      <a:pt x="4565" y="19698"/>
                    </a:lnTo>
                    <a:lnTo>
                      <a:pt x="6003" y="18260"/>
                    </a:lnTo>
                    <a:cubicBezTo>
                      <a:pt x="6848" y="18831"/>
                      <a:pt x="7715" y="19128"/>
                      <a:pt x="8560" y="19402"/>
                    </a:cubicBezTo>
                    <a:lnTo>
                      <a:pt x="8560" y="21410"/>
                    </a:lnTo>
                    <a:lnTo>
                      <a:pt x="12554" y="21410"/>
                    </a:lnTo>
                    <a:lnTo>
                      <a:pt x="12851" y="19402"/>
                    </a:lnTo>
                    <a:cubicBezTo>
                      <a:pt x="13696" y="19128"/>
                      <a:pt x="14563" y="18831"/>
                      <a:pt x="15134" y="18260"/>
                    </a:cubicBezTo>
                    <a:lnTo>
                      <a:pt x="16845" y="19698"/>
                    </a:lnTo>
                    <a:lnTo>
                      <a:pt x="19699" y="16845"/>
                    </a:lnTo>
                    <a:lnTo>
                      <a:pt x="18261" y="15407"/>
                    </a:lnTo>
                    <a:cubicBezTo>
                      <a:pt x="18831" y="14563"/>
                      <a:pt x="19128" y="13695"/>
                      <a:pt x="19128" y="12851"/>
                    </a:cubicBezTo>
                    <a:lnTo>
                      <a:pt x="21410" y="12851"/>
                    </a:lnTo>
                    <a:lnTo>
                      <a:pt x="21410" y="8560"/>
                    </a:lnTo>
                    <a:lnTo>
                      <a:pt x="19128" y="8560"/>
                    </a:lnTo>
                    <a:cubicBezTo>
                      <a:pt x="19128" y="7715"/>
                      <a:pt x="18831" y="6848"/>
                      <a:pt x="18261" y="6277"/>
                    </a:cubicBezTo>
                    <a:lnTo>
                      <a:pt x="19699" y="4565"/>
                    </a:lnTo>
                    <a:lnTo>
                      <a:pt x="16845" y="1712"/>
                    </a:lnTo>
                    <a:lnTo>
                      <a:pt x="15134" y="3150"/>
                    </a:lnTo>
                    <a:cubicBezTo>
                      <a:pt x="14563" y="2580"/>
                      <a:pt x="13696" y="2283"/>
                      <a:pt x="12851" y="2009"/>
                    </a:cubicBezTo>
                    <a:lnTo>
                      <a:pt x="125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239;p70">
                <a:extLst>
                  <a:ext uri="{FF2B5EF4-FFF2-40B4-BE49-F238E27FC236}">
                    <a16:creationId xmlns:a16="http://schemas.microsoft.com/office/drawing/2014/main" id="{5A6CB8B1-2B09-877F-594D-A31904F9ACB3}"/>
                  </a:ext>
                </a:extLst>
              </p:cNvPr>
              <p:cNvSpPr/>
              <p:nvPr/>
            </p:nvSpPr>
            <p:spPr>
              <a:xfrm>
                <a:off x="3598000" y="2191275"/>
                <a:ext cx="927300" cy="1305050"/>
              </a:xfrm>
              <a:custGeom>
                <a:avLst/>
                <a:gdLst/>
                <a:ahLst/>
                <a:cxnLst/>
                <a:rect l="l" t="t" r="r" b="b"/>
                <a:pathLst>
                  <a:path w="37092" h="52202" extrusionOk="0">
                    <a:moveTo>
                      <a:pt x="1142" y="1"/>
                    </a:moveTo>
                    <a:cubicBezTo>
                      <a:pt x="274" y="1"/>
                      <a:pt x="0" y="571"/>
                      <a:pt x="0" y="1142"/>
                    </a:cubicBezTo>
                    <a:lnTo>
                      <a:pt x="0" y="51061"/>
                    </a:lnTo>
                    <a:cubicBezTo>
                      <a:pt x="0" y="51631"/>
                      <a:pt x="274" y="52202"/>
                      <a:pt x="1142" y="52202"/>
                    </a:cubicBezTo>
                    <a:lnTo>
                      <a:pt x="35950" y="52202"/>
                    </a:lnTo>
                    <a:cubicBezTo>
                      <a:pt x="36521" y="52202"/>
                      <a:pt x="37092" y="51631"/>
                      <a:pt x="37092" y="51061"/>
                    </a:cubicBezTo>
                    <a:lnTo>
                      <a:pt x="37092" y="1142"/>
                    </a:lnTo>
                    <a:cubicBezTo>
                      <a:pt x="37092" y="571"/>
                      <a:pt x="36521" y="1"/>
                      <a:pt x="359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240;p70">
                <a:extLst>
                  <a:ext uri="{FF2B5EF4-FFF2-40B4-BE49-F238E27FC236}">
                    <a16:creationId xmlns:a16="http://schemas.microsoft.com/office/drawing/2014/main" id="{D3DA0BCF-AF14-9E32-2399-2A5E7AAB3ADB}"/>
                  </a:ext>
                </a:extLst>
              </p:cNvPr>
              <p:cNvSpPr/>
              <p:nvPr/>
            </p:nvSpPr>
            <p:spPr>
              <a:xfrm>
                <a:off x="3655050" y="2433800"/>
                <a:ext cx="813175" cy="1005475"/>
              </a:xfrm>
              <a:custGeom>
                <a:avLst/>
                <a:gdLst/>
                <a:ahLst/>
                <a:cxnLst/>
                <a:rect l="l" t="t" r="r" b="b"/>
                <a:pathLst>
                  <a:path w="32527" h="40219" extrusionOk="0">
                    <a:moveTo>
                      <a:pt x="1" y="0"/>
                    </a:moveTo>
                    <a:lnTo>
                      <a:pt x="1" y="40218"/>
                    </a:lnTo>
                    <a:lnTo>
                      <a:pt x="32527" y="40218"/>
                    </a:lnTo>
                    <a:lnTo>
                      <a:pt x="325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241;p70">
                <a:extLst>
                  <a:ext uri="{FF2B5EF4-FFF2-40B4-BE49-F238E27FC236}">
                    <a16:creationId xmlns:a16="http://schemas.microsoft.com/office/drawing/2014/main" id="{A88BA912-6E71-02AF-B83C-360A005A5F75}"/>
                  </a:ext>
                </a:extLst>
              </p:cNvPr>
              <p:cNvSpPr/>
              <p:nvPr/>
            </p:nvSpPr>
            <p:spPr>
              <a:xfrm>
                <a:off x="3647650" y="2297975"/>
                <a:ext cx="502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713" extrusionOk="0">
                    <a:moveTo>
                      <a:pt x="868" y="1"/>
                    </a:moveTo>
                    <a:cubicBezTo>
                      <a:pt x="297" y="1"/>
                      <a:pt x="0" y="298"/>
                      <a:pt x="0" y="868"/>
                    </a:cubicBezTo>
                    <a:cubicBezTo>
                      <a:pt x="0" y="1439"/>
                      <a:pt x="297" y="1713"/>
                      <a:pt x="868" y="1713"/>
                    </a:cubicBezTo>
                    <a:cubicBezTo>
                      <a:pt x="1438" y="1713"/>
                      <a:pt x="2009" y="1439"/>
                      <a:pt x="2009" y="868"/>
                    </a:cubicBezTo>
                    <a:cubicBezTo>
                      <a:pt x="2009" y="298"/>
                      <a:pt x="1438" y="1"/>
                      <a:pt x="8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242;p70">
                <a:extLst>
                  <a:ext uri="{FF2B5EF4-FFF2-40B4-BE49-F238E27FC236}">
                    <a16:creationId xmlns:a16="http://schemas.microsoft.com/office/drawing/2014/main" id="{595F712D-1E95-50A4-2C17-565622CC7678}"/>
                  </a:ext>
                </a:extLst>
              </p:cNvPr>
              <p:cNvSpPr/>
              <p:nvPr/>
            </p:nvSpPr>
            <p:spPr>
              <a:xfrm>
                <a:off x="3740650" y="2297975"/>
                <a:ext cx="496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713" extrusionOk="0">
                    <a:moveTo>
                      <a:pt x="1142" y="1"/>
                    </a:moveTo>
                    <a:cubicBezTo>
                      <a:pt x="571" y="1"/>
                      <a:pt x="1" y="298"/>
                      <a:pt x="1" y="868"/>
                    </a:cubicBezTo>
                    <a:cubicBezTo>
                      <a:pt x="1" y="1439"/>
                      <a:pt x="571" y="1713"/>
                      <a:pt x="1142" y="1713"/>
                    </a:cubicBezTo>
                    <a:cubicBezTo>
                      <a:pt x="1416" y="1713"/>
                      <a:pt x="1987" y="1439"/>
                      <a:pt x="1987" y="868"/>
                    </a:cubicBezTo>
                    <a:cubicBezTo>
                      <a:pt x="1987" y="298"/>
                      <a:pt x="1416" y="1"/>
                      <a:pt x="11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243;p70">
                <a:extLst>
                  <a:ext uri="{FF2B5EF4-FFF2-40B4-BE49-F238E27FC236}">
                    <a16:creationId xmlns:a16="http://schemas.microsoft.com/office/drawing/2014/main" id="{D6559667-DD79-2776-546F-4B2522FDF7C0}"/>
                  </a:ext>
                </a:extLst>
              </p:cNvPr>
              <p:cNvSpPr/>
              <p:nvPr/>
            </p:nvSpPr>
            <p:spPr>
              <a:xfrm>
                <a:off x="3840525" y="2297975"/>
                <a:ext cx="42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713" extrusionOk="0">
                    <a:moveTo>
                      <a:pt x="845" y="1"/>
                    </a:moveTo>
                    <a:cubicBezTo>
                      <a:pt x="274" y="1"/>
                      <a:pt x="0" y="298"/>
                      <a:pt x="0" y="868"/>
                    </a:cubicBezTo>
                    <a:cubicBezTo>
                      <a:pt x="0" y="1439"/>
                      <a:pt x="274" y="1713"/>
                      <a:pt x="845" y="1713"/>
                    </a:cubicBezTo>
                    <a:cubicBezTo>
                      <a:pt x="1415" y="1713"/>
                      <a:pt x="1712" y="1439"/>
                      <a:pt x="1712" y="868"/>
                    </a:cubicBezTo>
                    <a:cubicBezTo>
                      <a:pt x="1712" y="298"/>
                      <a:pt x="1415" y="1"/>
                      <a:pt x="84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244;p70">
                <a:extLst>
                  <a:ext uri="{FF2B5EF4-FFF2-40B4-BE49-F238E27FC236}">
                    <a16:creationId xmlns:a16="http://schemas.microsoft.com/office/drawing/2014/main" id="{BDB63129-5171-F42E-55F6-1832ABAE31FC}"/>
                  </a:ext>
                </a:extLst>
              </p:cNvPr>
              <p:cNvSpPr/>
              <p:nvPr/>
            </p:nvSpPr>
            <p:spPr>
              <a:xfrm>
                <a:off x="3790300" y="3061500"/>
                <a:ext cx="542125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1416" extrusionOk="0">
                    <a:moveTo>
                      <a:pt x="571" y="0"/>
                    </a:moveTo>
                    <a:cubicBezTo>
                      <a:pt x="297" y="0"/>
                      <a:pt x="1" y="274"/>
                      <a:pt x="1" y="571"/>
                    </a:cubicBezTo>
                    <a:cubicBezTo>
                      <a:pt x="1" y="1141"/>
                      <a:pt x="297" y="1415"/>
                      <a:pt x="571" y="1415"/>
                    </a:cubicBezTo>
                    <a:lnTo>
                      <a:pt x="20840" y="1415"/>
                    </a:lnTo>
                    <a:cubicBezTo>
                      <a:pt x="21411" y="1415"/>
                      <a:pt x="21685" y="1141"/>
                      <a:pt x="21685" y="571"/>
                    </a:cubicBezTo>
                    <a:cubicBezTo>
                      <a:pt x="21685" y="274"/>
                      <a:pt x="21411" y="0"/>
                      <a:pt x="208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245;p70">
                <a:extLst>
                  <a:ext uri="{FF2B5EF4-FFF2-40B4-BE49-F238E27FC236}">
                    <a16:creationId xmlns:a16="http://schemas.microsoft.com/office/drawing/2014/main" id="{FE597A41-9741-9749-755E-B6E9C97E87D9}"/>
                  </a:ext>
                </a:extLst>
              </p:cNvPr>
              <p:cNvSpPr/>
              <p:nvPr/>
            </p:nvSpPr>
            <p:spPr>
              <a:xfrm>
                <a:off x="3790300" y="3175625"/>
                <a:ext cx="542125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1416" extrusionOk="0">
                    <a:moveTo>
                      <a:pt x="571" y="0"/>
                    </a:moveTo>
                    <a:cubicBezTo>
                      <a:pt x="297" y="0"/>
                      <a:pt x="1" y="274"/>
                      <a:pt x="1" y="571"/>
                    </a:cubicBezTo>
                    <a:cubicBezTo>
                      <a:pt x="1" y="1141"/>
                      <a:pt x="297" y="1415"/>
                      <a:pt x="571" y="1415"/>
                    </a:cubicBezTo>
                    <a:lnTo>
                      <a:pt x="20840" y="1415"/>
                    </a:lnTo>
                    <a:cubicBezTo>
                      <a:pt x="21411" y="1415"/>
                      <a:pt x="21685" y="1141"/>
                      <a:pt x="21685" y="571"/>
                    </a:cubicBezTo>
                    <a:cubicBezTo>
                      <a:pt x="21685" y="274"/>
                      <a:pt x="21411" y="0"/>
                      <a:pt x="208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246;p70">
                <a:extLst>
                  <a:ext uri="{FF2B5EF4-FFF2-40B4-BE49-F238E27FC236}">
                    <a16:creationId xmlns:a16="http://schemas.microsoft.com/office/drawing/2014/main" id="{B32C86B6-1264-B5B3-3CA8-20406C476F2C}"/>
                  </a:ext>
                </a:extLst>
              </p:cNvPr>
              <p:cNvSpPr/>
              <p:nvPr/>
            </p:nvSpPr>
            <p:spPr>
              <a:xfrm>
                <a:off x="3932950" y="3282325"/>
                <a:ext cx="256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0273" h="1713" extrusionOk="0">
                    <a:moveTo>
                      <a:pt x="571" y="0"/>
                    </a:moveTo>
                    <a:cubicBezTo>
                      <a:pt x="298" y="0"/>
                      <a:pt x="1" y="571"/>
                      <a:pt x="1" y="868"/>
                    </a:cubicBezTo>
                    <a:cubicBezTo>
                      <a:pt x="1" y="1142"/>
                      <a:pt x="298" y="1712"/>
                      <a:pt x="571" y="1712"/>
                    </a:cubicBezTo>
                    <a:lnTo>
                      <a:pt x="9428" y="1712"/>
                    </a:lnTo>
                    <a:cubicBezTo>
                      <a:pt x="9998" y="1712"/>
                      <a:pt x="10272" y="1142"/>
                      <a:pt x="10272" y="868"/>
                    </a:cubicBezTo>
                    <a:cubicBezTo>
                      <a:pt x="10272" y="571"/>
                      <a:pt x="9998" y="0"/>
                      <a:pt x="942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247;p70">
                <a:extLst>
                  <a:ext uri="{FF2B5EF4-FFF2-40B4-BE49-F238E27FC236}">
                    <a16:creationId xmlns:a16="http://schemas.microsoft.com/office/drawing/2014/main" id="{D710606E-9A48-843B-7BF2-0E0F6F83FC3C}"/>
                  </a:ext>
                </a:extLst>
              </p:cNvPr>
              <p:cNvSpPr/>
              <p:nvPr/>
            </p:nvSpPr>
            <p:spPr>
              <a:xfrm>
                <a:off x="3911850" y="2533650"/>
                <a:ext cx="306450" cy="306450"/>
              </a:xfrm>
              <a:custGeom>
                <a:avLst/>
                <a:gdLst/>
                <a:ahLst/>
                <a:cxnLst/>
                <a:rect l="l" t="t" r="r" b="b"/>
                <a:pathLst>
                  <a:path w="12258" h="12258" extrusionOk="0">
                    <a:moveTo>
                      <a:pt x="5981" y="1"/>
                    </a:moveTo>
                    <a:cubicBezTo>
                      <a:pt x="2557" y="1"/>
                      <a:pt x="0" y="2557"/>
                      <a:pt x="0" y="5981"/>
                    </a:cubicBezTo>
                    <a:cubicBezTo>
                      <a:pt x="0" y="9405"/>
                      <a:pt x="2557" y="12258"/>
                      <a:pt x="5981" y="12258"/>
                    </a:cubicBezTo>
                    <a:cubicBezTo>
                      <a:pt x="9404" y="12258"/>
                      <a:pt x="12258" y="9405"/>
                      <a:pt x="12258" y="5981"/>
                    </a:cubicBezTo>
                    <a:cubicBezTo>
                      <a:pt x="12258" y="2557"/>
                      <a:pt x="9404" y="1"/>
                      <a:pt x="598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248;p70">
                <a:extLst>
                  <a:ext uri="{FF2B5EF4-FFF2-40B4-BE49-F238E27FC236}">
                    <a16:creationId xmlns:a16="http://schemas.microsoft.com/office/drawing/2014/main" id="{9C4EC870-5DDD-2C2E-06A5-F99E78409F59}"/>
                  </a:ext>
                </a:extLst>
              </p:cNvPr>
              <p:cNvSpPr/>
              <p:nvPr/>
            </p:nvSpPr>
            <p:spPr>
              <a:xfrm>
                <a:off x="4004300" y="2576450"/>
                <a:ext cx="11415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4566" h="4269" extrusionOk="0">
                    <a:moveTo>
                      <a:pt x="2283" y="1"/>
                    </a:moveTo>
                    <a:cubicBezTo>
                      <a:pt x="1141" y="1"/>
                      <a:pt x="0" y="845"/>
                      <a:pt x="0" y="2283"/>
                    </a:cubicBezTo>
                    <a:cubicBezTo>
                      <a:pt x="0" y="3424"/>
                      <a:pt x="1141" y="4269"/>
                      <a:pt x="2283" y="4269"/>
                    </a:cubicBezTo>
                    <a:cubicBezTo>
                      <a:pt x="3424" y="4269"/>
                      <a:pt x="4565" y="3424"/>
                      <a:pt x="4565" y="2283"/>
                    </a:cubicBezTo>
                    <a:cubicBezTo>
                      <a:pt x="4565" y="845"/>
                      <a:pt x="3424" y="1"/>
                      <a:pt x="228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249;p70">
                <a:extLst>
                  <a:ext uri="{FF2B5EF4-FFF2-40B4-BE49-F238E27FC236}">
                    <a16:creationId xmlns:a16="http://schemas.microsoft.com/office/drawing/2014/main" id="{31029FFF-9010-2E43-CF51-978FC666796A}"/>
                  </a:ext>
                </a:extLst>
              </p:cNvPr>
              <p:cNvSpPr/>
              <p:nvPr/>
            </p:nvSpPr>
            <p:spPr>
              <a:xfrm>
                <a:off x="3954650" y="2711700"/>
                <a:ext cx="214000" cy="121550"/>
              </a:xfrm>
              <a:custGeom>
                <a:avLst/>
                <a:gdLst/>
                <a:ahLst/>
                <a:cxnLst/>
                <a:rect l="l" t="t" r="r" b="b"/>
                <a:pathLst>
                  <a:path w="8560" h="4862" extrusionOk="0">
                    <a:moveTo>
                      <a:pt x="4269" y="0"/>
                    </a:moveTo>
                    <a:cubicBezTo>
                      <a:pt x="2283" y="0"/>
                      <a:pt x="571" y="1141"/>
                      <a:pt x="0" y="2853"/>
                    </a:cubicBezTo>
                    <a:cubicBezTo>
                      <a:pt x="1141" y="3995"/>
                      <a:pt x="2557" y="4862"/>
                      <a:pt x="4269" y="4862"/>
                    </a:cubicBezTo>
                    <a:cubicBezTo>
                      <a:pt x="5980" y="4862"/>
                      <a:pt x="7418" y="3995"/>
                      <a:pt x="8560" y="2853"/>
                    </a:cubicBezTo>
                    <a:cubicBezTo>
                      <a:pt x="7989" y="1141"/>
                      <a:pt x="6277" y="0"/>
                      <a:pt x="42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" name="Google Shape;1250;p70">
              <a:extLst>
                <a:ext uri="{FF2B5EF4-FFF2-40B4-BE49-F238E27FC236}">
                  <a16:creationId xmlns:a16="http://schemas.microsoft.com/office/drawing/2014/main" id="{2CE128D3-9872-5A82-5466-0AFC72A369DF}"/>
                </a:ext>
              </a:extLst>
            </p:cNvPr>
            <p:cNvGrpSpPr/>
            <p:nvPr/>
          </p:nvGrpSpPr>
          <p:grpSpPr>
            <a:xfrm>
              <a:off x="7199564" y="2548592"/>
              <a:ext cx="836053" cy="232500"/>
              <a:chOff x="7110769" y="2167592"/>
              <a:chExt cx="836053" cy="232500"/>
            </a:xfrm>
          </p:grpSpPr>
          <p:sp>
            <p:nvSpPr>
              <p:cNvPr id="14" name="Google Shape;1251;p70">
                <a:extLst>
                  <a:ext uri="{FF2B5EF4-FFF2-40B4-BE49-F238E27FC236}">
                    <a16:creationId xmlns:a16="http://schemas.microsoft.com/office/drawing/2014/main" id="{272D11DA-E2B1-10FB-1DDE-F505DA41693D}"/>
                  </a:ext>
                </a:extLst>
              </p:cNvPr>
              <p:cNvSpPr/>
              <p:nvPr/>
            </p:nvSpPr>
            <p:spPr>
              <a:xfrm>
                <a:off x="7110769" y="2167592"/>
                <a:ext cx="338100" cy="2325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9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252;p70">
                <a:extLst>
                  <a:ext uri="{FF2B5EF4-FFF2-40B4-BE49-F238E27FC236}">
                    <a16:creationId xmlns:a16="http://schemas.microsoft.com/office/drawing/2014/main" id="{DD9A7A50-603E-CC2D-BB03-961E34221469}"/>
                  </a:ext>
                </a:extLst>
              </p:cNvPr>
              <p:cNvSpPr/>
              <p:nvPr/>
            </p:nvSpPr>
            <p:spPr>
              <a:xfrm>
                <a:off x="7552322" y="2167610"/>
                <a:ext cx="3945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253;p70">
                <a:extLst>
                  <a:ext uri="{FF2B5EF4-FFF2-40B4-BE49-F238E27FC236}">
                    <a16:creationId xmlns:a16="http://schemas.microsoft.com/office/drawing/2014/main" id="{175CF1E6-83FC-557E-E843-A184E987C5E0}"/>
                  </a:ext>
                </a:extLst>
              </p:cNvPr>
              <p:cNvSpPr/>
              <p:nvPr/>
            </p:nvSpPr>
            <p:spPr>
              <a:xfrm>
                <a:off x="7552322" y="2259290"/>
                <a:ext cx="2748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254;p70">
                <a:extLst>
                  <a:ext uri="{FF2B5EF4-FFF2-40B4-BE49-F238E27FC236}">
                    <a16:creationId xmlns:a16="http://schemas.microsoft.com/office/drawing/2014/main" id="{654A7FA1-8F87-25FD-77B7-69A96CA33C84}"/>
                  </a:ext>
                </a:extLst>
              </p:cNvPr>
              <p:cNvSpPr/>
              <p:nvPr/>
            </p:nvSpPr>
            <p:spPr>
              <a:xfrm>
                <a:off x="7552322" y="2350970"/>
                <a:ext cx="1596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>
          <a:extLst>
            <a:ext uri="{FF2B5EF4-FFF2-40B4-BE49-F238E27FC236}">
              <a16:creationId xmlns:a16="http://schemas.microsoft.com/office/drawing/2014/main" id="{B3D5371E-D36C-E245-CF31-E83F3D799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Shape 11">
            <a:extLst>
              <a:ext uri="{FF2B5EF4-FFF2-40B4-BE49-F238E27FC236}">
                <a16:creationId xmlns:a16="http://schemas.microsoft.com/office/drawing/2014/main" id="{9979D4A2-546F-4544-962F-DCA85DB2D052}"/>
              </a:ext>
            </a:extLst>
          </p:cNvPr>
          <p:cNvSpPr/>
          <p:nvPr/>
        </p:nvSpPr>
        <p:spPr>
          <a:xfrm>
            <a:off x="283050" y="1463040"/>
            <a:ext cx="2094390" cy="1635366"/>
          </a:xfrm>
          <a:prstGeom prst="roundRect">
            <a:avLst>
              <a:gd name="adj" fmla="val 9677"/>
            </a:avLst>
          </a:prstGeom>
          <a:solidFill>
            <a:srgbClr val="5D5DFF">
              <a:alpha val="44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26" name="Text 12">
            <a:extLst>
              <a:ext uri="{FF2B5EF4-FFF2-40B4-BE49-F238E27FC236}">
                <a16:creationId xmlns:a16="http://schemas.microsoft.com/office/drawing/2014/main" id="{DAB6D76E-1FEE-0EC1-E558-D25CFC643FA0}"/>
              </a:ext>
            </a:extLst>
          </p:cNvPr>
          <p:cNvSpPr/>
          <p:nvPr/>
        </p:nvSpPr>
        <p:spPr>
          <a:xfrm>
            <a:off x="283050" y="1536192"/>
            <a:ext cx="2094390" cy="443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027" name="Text 13">
            <a:extLst>
              <a:ext uri="{FF2B5EF4-FFF2-40B4-BE49-F238E27FC236}">
                <a16:creationId xmlns:a16="http://schemas.microsoft.com/office/drawing/2014/main" id="{5E6A2390-9511-D0D5-402B-FF3929AD15DC}"/>
              </a:ext>
            </a:extLst>
          </p:cNvPr>
          <p:cNvSpPr/>
          <p:nvPr/>
        </p:nvSpPr>
        <p:spPr>
          <a:xfrm>
            <a:off x="283050" y="1920240"/>
            <a:ext cx="2094390" cy="443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E0CC"/>
                </a:solidFill>
              </a:rPr>
              <a:t>1</a:t>
            </a:r>
            <a:endParaRPr lang="en-US" sz="2000" dirty="0"/>
          </a:p>
        </p:txBody>
      </p:sp>
      <p:sp>
        <p:nvSpPr>
          <p:cNvPr id="1028" name="Text 14">
            <a:extLst>
              <a:ext uri="{FF2B5EF4-FFF2-40B4-BE49-F238E27FC236}">
                <a16:creationId xmlns:a16="http://schemas.microsoft.com/office/drawing/2014/main" id="{EBC80007-C32A-1B58-A720-8CEF58FD7709}"/>
              </a:ext>
            </a:extLst>
          </p:cNvPr>
          <p:cNvSpPr/>
          <p:nvPr/>
        </p:nvSpPr>
        <p:spPr>
          <a:xfrm>
            <a:off x="365760" y="2304287"/>
            <a:ext cx="1938528" cy="5486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BDB"/>
                </a:solidFill>
              </a:rPr>
              <a:t>Figma Design System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BDB"/>
                </a:solidFill>
              </a:rPr>
              <a:t>6 screens prototyped</a:t>
            </a:r>
            <a:endParaRPr lang="en-US" sz="900" dirty="0"/>
          </a:p>
        </p:txBody>
      </p:sp>
      <p:sp>
        <p:nvSpPr>
          <p:cNvPr id="1029" name="Shape 15">
            <a:extLst>
              <a:ext uri="{FF2B5EF4-FFF2-40B4-BE49-F238E27FC236}">
                <a16:creationId xmlns:a16="http://schemas.microsoft.com/office/drawing/2014/main" id="{B2AB4EFF-418A-C910-13D4-DA71CFB772D3}"/>
              </a:ext>
            </a:extLst>
          </p:cNvPr>
          <p:cNvSpPr/>
          <p:nvPr/>
        </p:nvSpPr>
        <p:spPr>
          <a:xfrm>
            <a:off x="2587751" y="1463040"/>
            <a:ext cx="2157589" cy="1655064"/>
          </a:xfrm>
          <a:prstGeom prst="roundRect">
            <a:avLst>
              <a:gd name="adj" fmla="val 9677"/>
            </a:avLst>
          </a:prstGeom>
          <a:solidFill>
            <a:srgbClr val="5D5DFF"/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30" name="Text 16">
            <a:extLst>
              <a:ext uri="{FF2B5EF4-FFF2-40B4-BE49-F238E27FC236}">
                <a16:creationId xmlns:a16="http://schemas.microsoft.com/office/drawing/2014/main" id="{267A3EFF-5591-5B76-77D7-1864ED2FF9AE}"/>
              </a:ext>
            </a:extLst>
          </p:cNvPr>
          <p:cNvSpPr/>
          <p:nvPr/>
        </p:nvSpPr>
        <p:spPr>
          <a:xfrm>
            <a:off x="2587751" y="1536191"/>
            <a:ext cx="2157589" cy="448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031" name="Text 17">
            <a:extLst>
              <a:ext uri="{FF2B5EF4-FFF2-40B4-BE49-F238E27FC236}">
                <a16:creationId xmlns:a16="http://schemas.microsoft.com/office/drawing/2014/main" id="{1FE4B06B-2A1B-4997-D4BE-37EB4B09AA93}"/>
              </a:ext>
            </a:extLst>
          </p:cNvPr>
          <p:cNvSpPr/>
          <p:nvPr/>
        </p:nvSpPr>
        <p:spPr>
          <a:xfrm>
            <a:off x="2587751" y="1920239"/>
            <a:ext cx="2157589" cy="448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E0CC"/>
                </a:solidFill>
              </a:rPr>
              <a:t>6</a:t>
            </a:r>
            <a:endParaRPr lang="en-US" sz="2000" dirty="0"/>
          </a:p>
        </p:txBody>
      </p:sp>
      <p:sp>
        <p:nvSpPr>
          <p:cNvPr id="1032" name="Text 18">
            <a:extLst>
              <a:ext uri="{FF2B5EF4-FFF2-40B4-BE49-F238E27FC236}">
                <a16:creationId xmlns:a16="http://schemas.microsoft.com/office/drawing/2014/main" id="{4A2ADF5F-564C-BFCF-74B1-DCD406E56EF8}"/>
              </a:ext>
            </a:extLst>
          </p:cNvPr>
          <p:cNvSpPr/>
          <p:nvPr/>
        </p:nvSpPr>
        <p:spPr>
          <a:xfrm>
            <a:off x="2660904" y="2304287"/>
            <a:ext cx="1997024" cy="5552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BDB"/>
                </a:solidFill>
              </a:rPr>
              <a:t>Implemented Screens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BDB"/>
                </a:solidFill>
              </a:rPr>
              <a:t>Full navigation flow</a:t>
            </a:r>
            <a:endParaRPr lang="en-US" sz="900" dirty="0"/>
          </a:p>
        </p:txBody>
      </p:sp>
      <p:sp>
        <p:nvSpPr>
          <p:cNvPr id="1037" name="Shape 23">
            <a:extLst>
              <a:ext uri="{FF2B5EF4-FFF2-40B4-BE49-F238E27FC236}">
                <a16:creationId xmlns:a16="http://schemas.microsoft.com/office/drawing/2014/main" id="{AB6BFEDF-A84A-CF38-CDC2-2D584E2B7415}"/>
              </a:ext>
            </a:extLst>
          </p:cNvPr>
          <p:cNvSpPr/>
          <p:nvPr/>
        </p:nvSpPr>
        <p:spPr>
          <a:xfrm>
            <a:off x="1604772" y="3236975"/>
            <a:ext cx="2393762" cy="1512717"/>
          </a:xfrm>
          <a:prstGeom prst="roundRect">
            <a:avLst>
              <a:gd name="adj" fmla="val 9677"/>
            </a:avLst>
          </a:prstGeom>
          <a:solidFill>
            <a:srgbClr val="5D5DFF">
              <a:alpha val="72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38" name="Text 24">
            <a:extLst>
              <a:ext uri="{FF2B5EF4-FFF2-40B4-BE49-F238E27FC236}">
                <a16:creationId xmlns:a16="http://schemas.microsoft.com/office/drawing/2014/main" id="{DCE01516-33B7-A575-BD2C-55EAF31800A4}"/>
              </a:ext>
            </a:extLst>
          </p:cNvPr>
          <p:cNvSpPr/>
          <p:nvPr/>
        </p:nvSpPr>
        <p:spPr>
          <a:xfrm>
            <a:off x="1604772" y="3310127"/>
            <a:ext cx="2393762" cy="409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🏗️</a:t>
            </a:r>
            <a:endParaRPr lang="en-US" sz="2400" dirty="0"/>
          </a:p>
        </p:txBody>
      </p:sp>
      <p:sp>
        <p:nvSpPr>
          <p:cNvPr id="1039" name="Text 25">
            <a:extLst>
              <a:ext uri="{FF2B5EF4-FFF2-40B4-BE49-F238E27FC236}">
                <a16:creationId xmlns:a16="http://schemas.microsoft.com/office/drawing/2014/main" id="{6666294F-E5D7-79D3-CACA-2B8B743406C6}"/>
              </a:ext>
            </a:extLst>
          </p:cNvPr>
          <p:cNvSpPr/>
          <p:nvPr/>
        </p:nvSpPr>
        <p:spPr>
          <a:xfrm>
            <a:off x="1604772" y="3694175"/>
            <a:ext cx="2393762" cy="409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E0CC"/>
                </a:solidFill>
              </a:rPr>
              <a:t>MVVM</a:t>
            </a:r>
            <a:endParaRPr lang="en-US" sz="2000" dirty="0"/>
          </a:p>
        </p:txBody>
      </p:sp>
      <p:sp>
        <p:nvSpPr>
          <p:cNvPr id="1040" name="Text 26">
            <a:extLst>
              <a:ext uri="{FF2B5EF4-FFF2-40B4-BE49-F238E27FC236}">
                <a16:creationId xmlns:a16="http://schemas.microsoft.com/office/drawing/2014/main" id="{649D04D1-EA1C-4AB2-EF09-43A6EC9D0588}"/>
              </a:ext>
            </a:extLst>
          </p:cNvPr>
          <p:cNvSpPr/>
          <p:nvPr/>
        </p:nvSpPr>
        <p:spPr>
          <a:xfrm>
            <a:off x="1677924" y="4078224"/>
            <a:ext cx="2215622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BDB"/>
                </a:solidFill>
              </a:rPr>
              <a:t>Architecture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BDB"/>
                </a:solidFill>
              </a:rPr>
              <a:t>Model · View · ViewModel</a:t>
            </a:r>
            <a:endParaRPr lang="en-US" sz="900" dirty="0"/>
          </a:p>
        </p:txBody>
      </p:sp>
      <p:sp>
        <p:nvSpPr>
          <p:cNvPr id="1050" name="Text 10">
            <a:extLst>
              <a:ext uri="{FF2B5EF4-FFF2-40B4-BE49-F238E27FC236}">
                <a16:creationId xmlns:a16="http://schemas.microsoft.com/office/drawing/2014/main" id="{BE9FF14A-5334-D553-DB63-F58388037808}"/>
              </a:ext>
            </a:extLst>
          </p:cNvPr>
          <p:cNvSpPr/>
          <p:nvPr/>
        </p:nvSpPr>
        <p:spPr>
          <a:xfrm>
            <a:off x="1512744" y="761819"/>
            <a:ext cx="26528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1053" name="Google Shape;3966;p118">
            <a:extLst>
              <a:ext uri="{FF2B5EF4-FFF2-40B4-BE49-F238E27FC236}">
                <a16:creationId xmlns:a16="http://schemas.microsoft.com/office/drawing/2014/main" id="{CB4DBB52-D969-9DE4-B793-9AD5C8575908}"/>
              </a:ext>
            </a:extLst>
          </p:cNvPr>
          <p:cNvSpPr/>
          <p:nvPr/>
        </p:nvSpPr>
        <p:spPr>
          <a:xfrm flipH="1">
            <a:off x="5308210" y="2429845"/>
            <a:ext cx="542156" cy="1716985"/>
          </a:xfrm>
          <a:custGeom>
            <a:avLst/>
            <a:gdLst/>
            <a:ahLst/>
            <a:cxnLst/>
            <a:rect l="l" t="t" r="r" b="b"/>
            <a:pathLst>
              <a:path w="28348" h="89777" extrusionOk="0">
                <a:moveTo>
                  <a:pt x="22990" y="0"/>
                </a:moveTo>
                <a:cubicBezTo>
                  <a:pt x="20759" y="0"/>
                  <a:pt x="19253" y="2249"/>
                  <a:pt x="18933" y="4480"/>
                </a:cubicBezTo>
                <a:cubicBezTo>
                  <a:pt x="18764" y="5765"/>
                  <a:pt x="18764" y="7016"/>
                  <a:pt x="18764" y="8215"/>
                </a:cubicBezTo>
                <a:cubicBezTo>
                  <a:pt x="18764" y="10616"/>
                  <a:pt x="18764" y="12881"/>
                  <a:pt x="17445" y="15281"/>
                </a:cubicBezTo>
                <a:cubicBezTo>
                  <a:pt x="16634" y="16769"/>
                  <a:pt x="15535" y="18071"/>
                  <a:pt x="14453" y="19322"/>
                </a:cubicBezTo>
                <a:cubicBezTo>
                  <a:pt x="13693" y="20235"/>
                  <a:pt x="12881" y="21181"/>
                  <a:pt x="12221" y="22178"/>
                </a:cubicBezTo>
                <a:cubicBezTo>
                  <a:pt x="9839" y="25694"/>
                  <a:pt x="9010" y="30005"/>
                  <a:pt x="9805" y="34653"/>
                </a:cubicBezTo>
                <a:cubicBezTo>
                  <a:pt x="10515" y="38795"/>
                  <a:pt x="9433" y="42090"/>
                  <a:pt x="6052" y="46030"/>
                </a:cubicBezTo>
                <a:cubicBezTo>
                  <a:pt x="3077" y="49512"/>
                  <a:pt x="1" y="53096"/>
                  <a:pt x="964" y="58167"/>
                </a:cubicBezTo>
                <a:cubicBezTo>
                  <a:pt x="1302" y="59958"/>
                  <a:pt x="2131" y="61716"/>
                  <a:pt x="2924" y="63441"/>
                </a:cubicBezTo>
                <a:cubicBezTo>
                  <a:pt x="4311" y="66364"/>
                  <a:pt x="5714" y="69391"/>
                  <a:pt x="4885" y="72772"/>
                </a:cubicBezTo>
                <a:cubicBezTo>
                  <a:pt x="4599" y="73921"/>
                  <a:pt x="4040" y="74985"/>
                  <a:pt x="3517" y="75999"/>
                </a:cubicBezTo>
                <a:cubicBezTo>
                  <a:pt x="3246" y="76524"/>
                  <a:pt x="2958" y="77065"/>
                  <a:pt x="2722" y="77606"/>
                </a:cubicBezTo>
                <a:cubicBezTo>
                  <a:pt x="1741" y="79837"/>
                  <a:pt x="1471" y="82186"/>
                  <a:pt x="1978" y="84248"/>
                </a:cubicBezTo>
                <a:cubicBezTo>
                  <a:pt x="2367" y="85905"/>
                  <a:pt x="3314" y="87426"/>
                  <a:pt x="4565" y="88441"/>
                </a:cubicBezTo>
                <a:cubicBezTo>
                  <a:pt x="5020" y="88813"/>
                  <a:pt x="5494" y="89101"/>
                  <a:pt x="6001" y="89320"/>
                </a:cubicBezTo>
                <a:cubicBezTo>
                  <a:pt x="6677" y="89624"/>
                  <a:pt x="7472" y="89777"/>
                  <a:pt x="8401" y="89777"/>
                </a:cubicBezTo>
                <a:cubicBezTo>
                  <a:pt x="10768" y="89777"/>
                  <a:pt x="13727" y="88762"/>
                  <a:pt x="15552" y="87309"/>
                </a:cubicBezTo>
                <a:cubicBezTo>
                  <a:pt x="18527" y="84976"/>
                  <a:pt x="18392" y="81866"/>
                  <a:pt x="18239" y="78569"/>
                </a:cubicBezTo>
                <a:cubicBezTo>
                  <a:pt x="18122" y="75932"/>
                  <a:pt x="18003" y="73227"/>
                  <a:pt x="19456" y="70777"/>
                </a:cubicBezTo>
                <a:cubicBezTo>
                  <a:pt x="20099" y="69661"/>
                  <a:pt x="20910" y="68647"/>
                  <a:pt x="21671" y="67649"/>
                </a:cubicBezTo>
                <a:cubicBezTo>
                  <a:pt x="22972" y="65976"/>
                  <a:pt x="24207" y="64403"/>
                  <a:pt x="24832" y="62426"/>
                </a:cubicBezTo>
                <a:cubicBezTo>
                  <a:pt x="25796" y="59418"/>
                  <a:pt x="24967" y="56172"/>
                  <a:pt x="24122" y="53670"/>
                </a:cubicBezTo>
                <a:cubicBezTo>
                  <a:pt x="23885" y="52994"/>
                  <a:pt x="23632" y="52300"/>
                  <a:pt x="23396" y="51624"/>
                </a:cubicBezTo>
                <a:cubicBezTo>
                  <a:pt x="22600" y="49444"/>
                  <a:pt x="21789" y="47195"/>
                  <a:pt x="21536" y="44846"/>
                </a:cubicBezTo>
                <a:cubicBezTo>
                  <a:pt x="21282" y="42226"/>
                  <a:pt x="21773" y="40096"/>
                  <a:pt x="23057" y="38304"/>
                </a:cubicBezTo>
                <a:cubicBezTo>
                  <a:pt x="23396" y="37831"/>
                  <a:pt x="23767" y="37391"/>
                  <a:pt x="24122" y="36952"/>
                </a:cubicBezTo>
                <a:cubicBezTo>
                  <a:pt x="24680" y="36259"/>
                  <a:pt x="25271" y="35532"/>
                  <a:pt x="25728" y="34754"/>
                </a:cubicBezTo>
                <a:cubicBezTo>
                  <a:pt x="27638" y="31441"/>
                  <a:pt x="26826" y="28078"/>
                  <a:pt x="25947" y="24511"/>
                </a:cubicBezTo>
                <a:cubicBezTo>
                  <a:pt x="25187" y="21434"/>
                  <a:pt x="24410" y="18274"/>
                  <a:pt x="25508" y="15130"/>
                </a:cubicBezTo>
                <a:cubicBezTo>
                  <a:pt x="25812" y="14267"/>
                  <a:pt x="26218" y="13439"/>
                  <a:pt x="26623" y="12644"/>
                </a:cubicBezTo>
                <a:cubicBezTo>
                  <a:pt x="26860" y="12155"/>
                  <a:pt x="27097" y="11647"/>
                  <a:pt x="27317" y="11157"/>
                </a:cubicBezTo>
                <a:cubicBezTo>
                  <a:pt x="28162" y="9213"/>
                  <a:pt x="28348" y="6745"/>
                  <a:pt x="27790" y="4530"/>
                </a:cubicBezTo>
                <a:cubicBezTo>
                  <a:pt x="27317" y="2637"/>
                  <a:pt x="26150" y="1082"/>
                  <a:pt x="24663" y="390"/>
                </a:cubicBezTo>
                <a:cubicBezTo>
                  <a:pt x="24105" y="135"/>
                  <a:pt x="23531" y="0"/>
                  <a:pt x="229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3967;p118">
            <a:extLst>
              <a:ext uri="{FF2B5EF4-FFF2-40B4-BE49-F238E27FC236}">
                <a16:creationId xmlns:a16="http://schemas.microsoft.com/office/drawing/2014/main" id="{F361DB39-FDBE-1871-0CD4-91A6FF754EE5}"/>
              </a:ext>
            </a:extLst>
          </p:cNvPr>
          <p:cNvSpPr/>
          <p:nvPr/>
        </p:nvSpPr>
        <p:spPr>
          <a:xfrm rot="945579">
            <a:off x="6848003" y="2158153"/>
            <a:ext cx="682129" cy="1292326"/>
          </a:xfrm>
          <a:custGeom>
            <a:avLst/>
            <a:gdLst/>
            <a:ahLst/>
            <a:cxnLst/>
            <a:rect l="l" t="t" r="r" b="b"/>
            <a:pathLst>
              <a:path w="38055" h="72097" extrusionOk="0">
                <a:moveTo>
                  <a:pt x="19018" y="1"/>
                </a:moveTo>
                <a:cubicBezTo>
                  <a:pt x="9466" y="1"/>
                  <a:pt x="11499" y="10605"/>
                  <a:pt x="12568" y="20176"/>
                </a:cubicBezTo>
                <a:cubicBezTo>
                  <a:pt x="13620" y="29765"/>
                  <a:pt x="10833" y="34550"/>
                  <a:pt x="7765" y="42508"/>
                </a:cubicBezTo>
                <a:cubicBezTo>
                  <a:pt x="4715" y="50466"/>
                  <a:pt x="0" y="72097"/>
                  <a:pt x="19018" y="72097"/>
                </a:cubicBezTo>
                <a:cubicBezTo>
                  <a:pt x="38055" y="72097"/>
                  <a:pt x="33340" y="50466"/>
                  <a:pt x="30290" y="42508"/>
                </a:cubicBezTo>
                <a:cubicBezTo>
                  <a:pt x="27222" y="34550"/>
                  <a:pt x="24436" y="29765"/>
                  <a:pt x="25487" y="20176"/>
                </a:cubicBezTo>
                <a:cubicBezTo>
                  <a:pt x="26556" y="10605"/>
                  <a:pt x="28589" y="1"/>
                  <a:pt x="1901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31000"/>
              </a:schemeClr>
            </a:outerShdw>
            <a:reflection stA="5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5" name="Google Shape;3970;p118">
            <a:extLst>
              <a:ext uri="{FF2B5EF4-FFF2-40B4-BE49-F238E27FC236}">
                <a16:creationId xmlns:a16="http://schemas.microsoft.com/office/drawing/2014/main" id="{DE6508E2-EAF0-3E71-86EB-F7B810F2F373}"/>
              </a:ext>
            </a:extLst>
          </p:cNvPr>
          <p:cNvGrpSpPr/>
          <p:nvPr/>
        </p:nvGrpSpPr>
        <p:grpSpPr>
          <a:xfrm>
            <a:off x="5626438" y="1033272"/>
            <a:ext cx="1554258" cy="3149998"/>
            <a:chOff x="1947300" y="238125"/>
            <a:chExt cx="2584400" cy="5237775"/>
          </a:xfrm>
        </p:grpSpPr>
        <p:sp>
          <p:nvSpPr>
            <p:cNvPr id="1056" name="Google Shape;3971;p118">
              <a:extLst>
                <a:ext uri="{FF2B5EF4-FFF2-40B4-BE49-F238E27FC236}">
                  <a16:creationId xmlns:a16="http://schemas.microsoft.com/office/drawing/2014/main" id="{7168FFA5-16FF-F2F4-CF2C-85546087D6BD}"/>
                </a:ext>
              </a:extLst>
            </p:cNvPr>
            <p:cNvSpPr/>
            <p:nvPr/>
          </p:nvSpPr>
          <p:spPr>
            <a:xfrm>
              <a:off x="1947300" y="238125"/>
              <a:ext cx="2584400" cy="5237775"/>
            </a:xfrm>
            <a:custGeom>
              <a:avLst/>
              <a:gdLst/>
              <a:ahLst/>
              <a:cxnLst/>
              <a:rect l="l" t="t" r="r" b="b"/>
              <a:pathLst>
                <a:path w="103376" h="209511" extrusionOk="0">
                  <a:moveTo>
                    <a:pt x="11629" y="0"/>
                  </a:moveTo>
                  <a:cubicBezTo>
                    <a:pt x="5223" y="0"/>
                    <a:pt x="1" y="5222"/>
                    <a:pt x="1" y="11644"/>
                  </a:cubicBezTo>
                  <a:lnTo>
                    <a:pt x="1" y="197851"/>
                  </a:lnTo>
                  <a:cubicBezTo>
                    <a:pt x="1" y="204273"/>
                    <a:pt x="5223" y="209510"/>
                    <a:pt x="11629" y="209510"/>
                  </a:cubicBezTo>
                  <a:lnTo>
                    <a:pt x="91748" y="209510"/>
                  </a:lnTo>
                  <a:cubicBezTo>
                    <a:pt x="98170" y="209510"/>
                    <a:pt x="103376" y="204273"/>
                    <a:pt x="103376" y="197851"/>
                  </a:cubicBezTo>
                  <a:lnTo>
                    <a:pt x="103376" y="11644"/>
                  </a:lnTo>
                  <a:cubicBezTo>
                    <a:pt x="103376" y="5222"/>
                    <a:pt x="98170" y="0"/>
                    <a:pt x="917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  <a:reflection stA="11000" endPos="9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3972;p118">
              <a:extLst>
                <a:ext uri="{FF2B5EF4-FFF2-40B4-BE49-F238E27FC236}">
                  <a16:creationId xmlns:a16="http://schemas.microsoft.com/office/drawing/2014/main" id="{C43C1986-B7AB-F401-DEB1-2188DC312FF5}"/>
                </a:ext>
              </a:extLst>
            </p:cNvPr>
            <p:cNvSpPr/>
            <p:nvPr/>
          </p:nvSpPr>
          <p:spPr>
            <a:xfrm>
              <a:off x="2001075" y="311775"/>
              <a:ext cx="2476850" cy="365550"/>
            </a:xfrm>
            <a:custGeom>
              <a:avLst/>
              <a:gdLst/>
              <a:ahLst/>
              <a:cxnLst/>
              <a:rect l="l" t="t" r="r" b="b"/>
              <a:pathLst>
                <a:path w="99074" h="14622" extrusionOk="0">
                  <a:moveTo>
                    <a:pt x="10070" y="1"/>
                  </a:moveTo>
                  <a:cubicBezTo>
                    <a:pt x="4506" y="1"/>
                    <a:pt x="1" y="4505"/>
                    <a:pt x="1" y="10070"/>
                  </a:cubicBezTo>
                  <a:lnTo>
                    <a:pt x="1" y="14622"/>
                  </a:lnTo>
                  <a:lnTo>
                    <a:pt x="99074" y="14622"/>
                  </a:lnTo>
                  <a:lnTo>
                    <a:pt x="99074" y="10070"/>
                  </a:lnTo>
                  <a:cubicBezTo>
                    <a:pt x="99074" y="4505"/>
                    <a:pt x="94570" y="1"/>
                    <a:pt x="89020" y="1"/>
                  </a:cubicBezTo>
                  <a:lnTo>
                    <a:pt x="54432" y="1"/>
                  </a:lnTo>
                  <a:cubicBezTo>
                    <a:pt x="52983" y="1"/>
                    <a:pt x="51704" y="905"/>
                    <a:pt x="51237" y="2276"/>
                  </a:cubicBezTo>
                  <a:cubicBezTo>
                    <a:pt x="50987" y="2993"/>
                    <a:pt x="50302" y="3476"/>
                    <a:pt x="49537" y="3476"/>
                  </a:cubicBezTo>
                  <a:cubicBezTo>
                    <a:pt x="48774" y="3476"/>
                    <a:pt x="48103" y="2993"/>
                    <a:pt x="47854" y="2276"/>
                  </a:cubicBezTo>
                  <a:cubicBezTo>
                    <a:pt x="47371" y="905"/>
                    <a:pt x="46093" y="1"/>
                    <a:pt x="446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  <a:reflection stA="11000" endPos="9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3973;p118">
              <a:extLst>
                <a:ext uri="{FF2B5EF4-FFF2-40B4-BE49-F238E27FC236}">
                  <a16:creationId xmlns:a16="http://schemas.microsoft.com/office/drawing/2014/main" id="{4335288C-E79B-DA40-3B8D-FAB16CF0DE7A}"/>
                </a:ext>
              </a:extLst>
            </p:cNvPr>
            <p:cNvSpPr/>
            <p:nvPr/>
          </p:nvSpPr>
          <p:spPr>
            <a:xfrm>
              <a:off x="2001064" y="677324"/>
              <a:ext cx="2476850" cy="4564314"/>
            </a:xfrm>
            <a:custGeom>
              <a:avLst/>
              <a:gdLst/>
              <a:ahLst/>
              <a:cxnLst/>
              <a:rect l="l" t="t" r="r" b="b"/>
              <a:pathLst>
                <a:path w="99074" h="94304" extrusionOk="0">
                  <a:moveTo>
                    <a:pt x="1" y="1"/>
                  </a:moveTo>
                  <a:lnTo>
                    <a:pt x="1" y="94304"/>
                  </a:lnTo>
                  <a:lnTo>
                    <a:pt x="99074" y="94304"/>
                  </a:lnTo>
                  <a:lnTo>
                    <a:pt x="9907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  <a:reflection stA="11000" endPos="9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9" name="Google Shape;3974;p118">
            <a:extLst>
              <a:ext uri="{FF2B5EF4-FFF2-40B4-BE49-F238E27FC236}">
                <a16:creationId xmlns:a16="http://schemas.microsoft.com/office/drawing/2014/main" id="{D8A9DFFE-3E51-E0C6-0E78-A448A3F2B01A}"/>
              </a:ext>
            </a:extLst>
          </p:cNvPr>
          <p:cNvGrpSpPr/>
          <p:nvPr/>
        </p:nvGrpSpPr>
        <p:grpSpPr>
          <a:xfrm>
            <a:off x="7389290" y="1335321"/>
            <a:ext cx="1074309" cy="356822"/>
            <a:chOff x="1725115" y="1291147"/>
            <a:chExt cx="519090" cy="172403"/>
          </a:xfrm>
        </p:grpSpPr>
        <p:sp>
          <p:nvSpPr>
            <p:cNvPr id="1060" name="Google Shape;3975;p118">
              <a:extLst>
                <a:ext uri="{FF2B5EF4-FFF2-40B4-BE49-F238E27FC236}">
                  <a16:creationId xmlns:a16="http://schemas.microsoft.com/office/drawing/2014/main" id="{A6A6CE9D-1DFF-3ABB-AC59-4A5A66674BB3}"/>
                </a:ext>
              </a:extLst>
            </p:cNvPr>
            <p:cNvSpPr/>
            <p:nvPr/>
          </p:nvSpPr>
          <p:spPr>
            <a:xfrm>
              <a:off x="1725115" y="1291147"/>
              <a:ext cx="519090" cy="172403"/>
            </a:xfrm>
            <a:custGeom>
              <a:avLst/>
              <a:gdLst/>
              <a:ahLst/>
              <a:cxnLst/>
              <a:rect l="l" t="t" r="r" b="b"/>
              <a:pathLst>
                <a:path w="28959" h="9618" extrusionOk="0">
                  <a:moveTo>
                    <a:pt x="18640" y="1"/>
                  </a:moveTo>
                  <a:cubicBezTo>
                    <a:pt x="16417" y="1"/>
                    <a:pt x="14193" y="709"/>
                    <a:pt x="12640" y="1957"/>
                  </a:cubicBezTo>
                  <a:cubicBezTo>
                    <a:pt x="11219" y="3097"/>
                    <a:pt x="9782" y="4972"/>
                    <a:pt x="9291" y="6953"/>
                  </a:cubicBezTo>
                  <a:cubicBezTo>
                    <a:pt x="8237" y="6100"/>
                    <a:pt x="6888" y="5651"/>
                    <a:pt x="5543" y="5651"/>
                  </a:cubicBezTo>
                  <a:cubicBezTo>
                    <a:pt x="5009" y="5651"/>
                    <a:pt x="4476" y="5722"/>
                    <a:pt x="3962" y="5867"/>
                  </a:cubicBezTo>
                  <a:cubicBezTo>
                    <a:pt x="2139" y="6392"/>
                    <a:pt x="632" y="7830"/>
                    <a:pt x="1" y="9618"/>
                  </a:cubicBezTo>
                  <a:lnTo>
                    <a:pt x="28959" y="9529"/>
                  </a:lnTo>
                  <a:cubicBezTo>
                    <a:pt x="28451" y="5937"/>
                    <a:pt x="26348" y="3027"/>
                    <a:pt x="23227" y="1186"/>
                  </a:cubicBezTo>
                  <a:cubicBezTo>
                    <a:pt x="21870" y="374"/>
                    <a:pt x="20255" y="1"/>
                    <a:pt x="18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3976;p118">
              <a:extLst>
                <a:ext uri="{FF2B5EF4-FFF2-40B4-BE49-F238E27FC236}">
                  <a16:creationId xmlns:a16="http://schemas.microsoft.com/office/drawing/2014/main" id="{588F04A8-3225-0803-A648-5ACE3A975C59}"/>
                </a:ext>
              </a:extLst>
            </p:cNvPr>
            <p:cNvSpPr/>
            <p:nvPr/>
          </p:nvSpPr>
          <p:spPr>
            <a:xfrm>
              <a:off x="1953865" y="1296811"/>
              <a:ext cx="269951" cy="147971"/>
            </a:xfrm>
            <a:custGeom>
              <a:avLst/>
              <a:gdLst/>
              <a:ahLst/>
              <a:cxnLst/>
              <a:rect l="l" t="t" r="r" b="b"/>
              <a:pathLst>
                <a:path w="15060" h="8255" extrusionOk="0">
                  <a:moveTo>
                    <a:pt x="5623" y="1"/>
                  </a:moveTo>
                  <a:cubicBezTo>
                    <a:pt x="5130" y="1"/>
                    <a:pt x="4634" y="39"/>
                    <a:pt x="4138" y="117"/>
                  </a:cubicBezTo>
                  <a:cubicBezTo>
                    <a:pt x="2964" y="292"/>
                    <a:pt x="1789" y="783"/>
                    <a:pt x="1036" y="1694"/>
                  </a:cubicBezTo>
                  <a:cubicBezTo>
                    <a:pt x="265" y="2606"/>
                    <a:pt x="1" y="3973"/>
                    <a:pt x="580" y="5025"/>
                  </a:cubicBezTo>
                  <a:cubicBezTo>
                    <a:pt x="1036" y="5848"/>
                    <a:pt x="1929" y="6339"/>
                    <a:pt x="2789" y="6724"/>
                  </a:cubicBezTo>
                  <a:cubicBezTo>
                    <a:pt x="5102" y="7736"/>
                    <a:pt x="7623" y="8255"/>
                    <a:pt x="10136" y="8255"/>
                  </a:cubicBezTo>
                  <a:cubicBezTo>
                    <a:pt x="10803" y="8255"/>
                    <a:pt x="11469" y="8218"/>
                    <a:pt x="12131" y="8145"/>
                  </a:cubicBezTo>
                  <a:cubicBezTo>
                    <a:pt x="12692" y="8075"/>
                    <a:pt x="13253" y="7986"/>
                    <a:pt x="13744" y="7759"/>
                  </a:cubicBezTo>
                  <a:cubicBezTo>
                    <a:pt x="14235" y="7514"/>
                    <a:pt x="14673" y="7093"/>
                    <a:pt x="14831" y="6567"/>
                  </a:cubicBezTo>
                  <a:cubicBezTo>
                    <a:pt x="15059" y="5761"/>
                    <a:pt x="14603" y="4920"/>
                    <a:pt x="14077" y="4253"/>
                  </a:cubicBezTo>
                  <a:cubicBezTo>
                    <a:pt x="12036" y="1664"/>
                    <a:pt x="8896" y="1"/>
                    <a:pt x="5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3977;p118">
              <a:extLst>
                <a:ext uri="{FF2B5EF4-FFF2-40B4-BE49-F238E27FC236}">
                  <a16:creationId xmlns:a16="http://schemas.microsoft.com/office/drawing/2014/main" id="{746D97E7-D944-5484-B343-A5B5C7CAA59C}"/>
                </a:ext>
              </a:extLst>
            </p:cNvPr>
            <p:cNvSpPr/>
            <p:nvPr/>
          </p:nvSpPr>
          <p:spPr>
            <a:xfrm>
              <a:off x="1773837" y="1396227"/>
              <a:ext cx="83907" cy="48523"/>
            </a:xfrm>
            <a:custGeom>
              <a:avLst/>
              <a:gdLst/>
              <a:ahLst/>
              <a:cxnLst/>
              <a:rect l="l" t="t" r="r" b="b"/>
              <a:pathLst>
                <a:path w="4681" h="2707" extrusionOk="0">
                  <a:moveTo>
                    <a:pt x="2283" y="0"/>
                  </a:moveTo>
                  <a:cubicBezTo>
                    <a:pt x="1541" y="0"/>
                    <a:pt x="523" y="100"/>
                    <a:pt x="228" y="530"/>
                  </a:cubicBezTo>
                  <a:cubicBezTo>
                    <a:pt x="1" y="881"/>
                    <a:pt x="17" y="1372"/>
                    <a:pt x="228" y="1722"/>
                  </a:cubicBezTo>
                  <a:cubicBezTo>
                    <a:pt x="438" y="2090"/>
                    <a:pt x="807" y="2353"/>
                    <a:pt x="1193" y="2494"/>
                  </a:cubicBezTo>
                  <a:cubicBezTo>
                    <a:pt x="1595" y="2634"/>
                    <a:pt x="2016" y="2669"/>
                    <a:pt x="2436" y="2686"/>
                  </a:cubicBezTo>
                  <a:cubicBezTo>
                    <a:pt x="2577" y="2698"/>
                    <a:pt x="2718" y="2706"/>
                    <a:pt x="2858" y="2706"/>
                  </a:cubicBezTo>
                  <a:cubicBezTo>
                    <a:pt x="3119" y="2706"/>
                    <a:pt x="3377" y="2678"/>
                    <a:pt x="3628" y="2599"/>
                  </a:cubicBezTo>
                  <a:cubicBezTo>
                    <a:pt x="4014" y="2475"/>
                    <a:pt x="4383" y="2195"/>
                    <a:pt x="4523" y="1828"/>
                  </a:cubicBezTo>
                  <a:cubicBezTo>
                    <a:pt x="4680" y="1372"/>
                    <a:pt x="4505" y="846"/>
                    <a:pt x="4154" y="512"/>
                  </a:cubicBezTo>
                  <a:cubicBezTo>
                    <a:pt x="3804" y="197"/>
                    <a:pt x="3331" y="40"/>
                    <a:pt x="2857" y="21"/>
                  </a:cubicBezTo>
                  <a:cubicBezTo>
                    <a:pt x="2710" y="9"/>
                    <a:pt x="2509" y="0"/>
                    <a:pt x="2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3" name="Google Shape;3978;p118">
            <a:extLst>
              <a:ext uri="{FF2B5EF4-FFF2-40B4-BE49-F238E27FC236}">
                <a16:creationId xmlns:a16="http://schemas.microsoft.com/office/drawing/2014/main" id="{A77684C7-C150-5D2D-2A6E-D4F04A5629A0}"/>
              </a:ext>
            </a:extLst>
          </p:cNvPr>
          <p:cNvGrpSpPr/>
          <p:nvPr/>
        </p:nvGrpSpPr>
        <p:grpSpPr>
          <a:xfrm rot="-1933770">
            <a:off x="7299630" y="3673276"/>
            <a:ext cx="620120" cy="233909"/>
            <a:chOff x="6872640" y="3300197"/>
            <a:chExt cx="620134" cy="233914"/>
          </a:xfrm>
        </p:grpSpPr>
        <p:sp>
          <p:nvSpPr>
            <p:cNvPr id="1064" name="Google Shape;3979;p118">
              <a:extLst>
                <a:ext uri="{FF2B5EF4-FFF2-40B4-BE49-F238E27FC236}">
                  <a16:creationId xmlns:a16="http://schemas.microsoft.com/office/drawing/2014/main" id="{4C917FAA-8684-0444-631E-1687EF6E9A62}"/>
                </a:ext>
              </a:extLst>
            </p:cNvPr>
            <p:cNvSpPr/>
            <p:nvPr/>
          </p:nvSpPr>
          <p:spPr>
            <a:xfrm>
              <a:off x="7282174" y="3300197"/>
              <a:ext cx="210600" cy="2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3980;p118">
              <a:extLst>
                <a:ext uri="{FF2B5EF4-FFF2-40B4-BE49-F238E27FC236}">
                  <a16:creationId xmlns:a16="http://schemas.microsoft.com/office/drawing/2014/main" id="{ED633EA0-171A-0415-9969-650980ADE1D8}"/>
                </a:ext>
              </a:extLst>
            </p:cNvPr>
            <p:cNvSpPr/>
            <p:nvPr/>
          </p:nvSpPr>
          <p:spPr>
            <a:xfrm>
              <a:off x="6872640" y="3488811"/>
              <a:ext cx="45300" cy="45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66" name="Google Shape;3981;p118">
            <a:extLst>
              <a:ext uri="{FF2B5EF4-FFF2-40B4-BE49-F238E27FC236}">
                <a16:creationId xmlns:a16="http://schemas.microsoft.com/office/drawing/2014/main" id="{B8810E87-EDCA-5083-6347-76943E71AE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9233" r="10120"/>
          <a:stretch/>
        </p:blipFill>
        <p:spPr>
          <a:xfrm>
            <a:off x="5678506" y="1335324"/>
            <a:ext cx="1449050" cy="2659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7" name="Google Shape;3982;p118">
            <a:extLst>
              <a:ext uri="{FF2B5EF4-FFF2-40B4-BE49-F238E27FC236}">
                <a16:creationId xmlns:a16="http://schemas.microsoft.com/office/drawing/2014/main" id="{2555D343-D050-6DB9-E831-803B6834FC83}"/>
              </a:ext>
            </a:extLst>
          </p:cNvPr>
          <p:cNvGrpSpPr/>
          <p:nvPr/>
        </p:nvGrpSpPr>
        <p:grpSpPr>
          <a:xfrm rot="3600212">
            <a:off x="4952042" y="1768453"/>
            <a:ext cx="543047" cy="204817"/>
            <a:chOff x="6872640" y="3300197"/>
            <a:chExt cx="620134" cy="233914"/>
          </a:xfrm>
        </p:grpSpPr>
        <p:sp>
          <p:nvSpPr>
            <p:cNvPr id="1068" name="Google Shape;3983;p118">
              <a:extLst>
                <a:ext uri="{FF2B5EF4-FFF2-40B4-BE49-F238E27FC236}">
                  <a16:creationId xmlns:a16="http://schemas.microsoft.com/office/drawing/2014/main" id="{B4C84F70-D136-D066-F950-BDD9A7A58494}"/>
                </a:ext>
              </a:extLst>
            </p:cNvPr>
            <p:cNvSpPr/>
            <p:nvPr/>
          </p:nvSpPr>
          <p:spPr>
            <a:xfrm>
              <a:off x="7282174" y="3300197"/>
              <a:ext cx="210600" cy="210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3984;p118">
              <a:extLst>
                <a:ext uri="{FF2B5EF4-FFF2-40B4-BE49-F238E27FC236}">
                  <a16:creationId xmlns:a16="http://schemas.microsoft.com/office/drawing/2014/main" id="{620AEF39-FEED-74E5-0491-1484FEFE164A}"/>
                </a:ext>
              </a:extLst>
            </p:cNvPr>
            <p:cNvSpPr/>
            <p:nvPr/>
          </p:nvSpPr>
          <p:spPr>
            <a:xfrm>
              <a:off x="6872640" y="3488811"/>
              <a:ext cx="45300" cy="45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05036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0">
            <a:extLst>
              <a:ext uri="{FF2B5EF4-FFF2-40B4-BE49-F238E27FC236}">
                <a16:creationId xmlns:a16="http://schemas.microsoft.com/office/drawing/2014/main" id="{E3823BFD-6A50-C808-CAC3-9BEF5C71B052}"/>
              </a:ext>
            </a:extLst>
          </p:cNvPr>
          <p:cNvSpPr/>
          <p:nvPr/>
        </p:nvSpPr>
        <p:spPr>
          <a:xfrm>
            <a:off x="914400" y="670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CCF76FF2-F393-894C-519F-1FC87D6824B5}"/>
              </a:ext>
            </a:extLst>
          </p:cNvPr>
          <p:cNvSpPr/>
          <p:nvPr/>
        </p:nvSpPr>
        <p:spPr>
          <a:xfrm>
            <a:off x="3337560" y="1749552"/>
            <a:ext cx="128016" cy="128016"/>
          </a:xfrm>
          <a:prstGeom prst="ellipse">
            <a:avLst/>
          </a:prstGeom>
          <a:solidFill>
            <a:srgbClr val="B0ABDB">
              <a:alpha val="60000"/>
            </a:srgbClr>
          </a:solidFill>
          <a:ln w="12700">
            <a:solidFill>
              <a:srgbClr val="B0ABDB"/>
            </a:solidFill>
            <a:prstDash val="solid"/>
          </a:ln>
        </p:spPr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B86BFBFA-C0E9-64CF-07C9-952538D04C94}"/>
              </a:ext>
            </a:extLst>
          </p:cNvPr>
          <p:cNvSpPr/>
          <p:nvPr/>
        </p:nvSpPr>
        <p:spPr>
          <a:xfrm>
            <a:off x="3721608" y="1749552"/>
            <a:ext cx="128016" cy="128016"/>
          </a:xfrm>
          <a:prstGeom prst="ellipse">
            <a:avLst/>
          </a:prstGeom>
          <a:solidFill>
            <a:srgbClr val="B0ABDB">
              <a:alpha val="60000"/>
            </a:srgbClr>
          </a:solidFill>
          <a:ln w="12700">
            <a:solidFill>
              <a:srgbClr val="B0ABDB"/>
            </a:solidFill>
            <a:prstDash val="solid"/>
          </a:ln>
        </p:spPr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8DB766CA-94AB-6C2D-637A-7407EA9C8544}"/>
              </a:ext>
            </a:extLst>
          </p:cNvPr>
          <p:cNvSpPr/>
          <p:nvPr/>
        </p:nvSpPr>
        <p:spPr>
          <a:xfrm>
            <a:off x="4105656" y="1749552"/>
            <a:ext cx="128016" cy="128016"/>
          </a:xfrm>
          <a:prstGeom prst="ellipse">
            <a:avLst/>
          </a:prstGeom>
          <a:solidFill>
            <a:srgbClr val="B0ABDB">
              <a:alpha val="60000"/>
            </a:srgbClr>
          </a:solidFill>
          <a:ln w="12700">
            <a:solidFill>
              <a:srgbClr val="B0ABDB"/>
            </a:solidFill>
            <a:prstDash val="solid"/>
          </a:ln>
        </p:spPr>
      </p:sp>
      <p:sp>
        <p:nvSpPr>
          <p:cNvPr id="10" name="Shape 14">
            <a:extLst>
              <a:ext uri="{FF2B5EF4-FFF2-40B4-BE49-F238E27FC236}">
                <a16:creationId xmlns:a16="http://schemas.microsoft.com/office/drawing/2014/main" id="{81B092A8-F3C5-5B3A-F692-21676EA506FE}"/>
              </a:ext>
            </a:extLst>
          </p:cNvPr>
          <p:cNvSpPr/>
          <p:nvPr/>
        </p:nvSpPr>
        <p:spPr>
          <a:xfrm>
            <a:off x="4489704" y="1749552"/>
            <a:ext cx="128016" cy="128016"/>
          </a:xfrm>
          <a:prstGeom prst="ellipse">
            <a:avLst/>
          </a:prstGeom>
          <a:solidFill>
            <a:srgbClr val="4CE0CC"/>
          </a:solidFill>
          <a:ln w="12700">
            <a:solidFill>
              <a:srgbClr val="B0ABDB"/>
            </a:solidFill>
            <a:prstDash val="solid"/>
          </a:ln>
        </p:spPr>
      </p:sp>
      <p:sp>
        <p:nvSpPr>
          <p:cNvPr id="11" name="Shape 15">
            <a:extLst>
              <a:ext uri="{FF2B5EF4-FFF2-40B4-BE49-F238E27FC236}">
                <a16:creationId xmlns:a16="http://schemas.microsoft.com/office/drawing/2014/main" id="{1FB21908-AFA2-EF2F-075C-E08E38CC53F3}"/>
              </a:ext>
            </a:extLst>
          </p:cNvPr>
          <p:cNvSpPr/>
          <p:nvPr/>
        </p:nvSpPr>
        <p:spPr>
          <a:xfrm>
            <a:off x="4873752" y="1749552"/>
            <a:ext cx="128016" cy="128016"/>
          </a:xfrm>
          <a:prstGeom prst="ellipse">
            <a:avLst/>
          </a:prstGeom>
          <a:solidFill>
            <a:srgbClr val="B0ABDB">
              <a:alpha val="60000"/>
            </a:srgbClr>
          </a:solidFill>
          <a:ln w="12700">
            <a:solidFill>
              <a:srgbClr val="B0ABDB"/>
            </a:solidFill>
            <a:prstDash val="solid"/>
          </a:ln>
        </p:spPr>
      </p:sp>
      <p:sp>
        <p:nvSpPr>
          <p:cNvPr id="12" name="Shape 16">
            <a:extLst>
              <a:ext uri="{FF2B5EF4-FFF2-40B4-BE49-F238E27FC236}">
                <a16:creationId xmlns:a16="http://schemas.microsoft.com/office/drawing/2014/main" id="{DF9D23F6-C474-4C31-207C-9E69FDDCDAC5}"/>
              </a:ext>
            </a:extLst>
          </p:cNvPr>
          <p:cNvSpPr/>
          <p:nvPr/>
        </p:nvSpPr>
        <p:spPr>
          <a:xfrm>
            <a:off x="5257800" y="1749552"/>
            <a:ext cx="128016" cy="128016"/>
          </a:xfrm>
          <a:prstGeom prst="ellipse">
            <a:avLst/>
          </a:prstGeom>
          <a:solidFill>
            <a:srgbClr val="B0ABDB">
              <a:alpha val="60000"/>
            </a:srgbClr>
          </a:solidFill>
          <a:ln w="12700">
            <a:solidFill>
              <a:srgbClr val="B0ABDB"/>
            </a:solidFill>
            <a:prstDash val="solid"/>
          </a:ln>
        </p:spPr>
      </p:sp>
      <p:sp>
        <p:nvSpPr>
          <p:cNvPr id="13" name="Shape 17">
            <a:extLst>
              <a:ext uri="{FF2B5EF4-FFF2-40B4-BE49-F238E27FC236}">
                <a16:creationId xmlns:a16="http://schemas.microsoft.com/office/drawing/2014/main" id="{DF33C2B2-F9E4-F937-6608-375F535BBD4E}"/>
              </a:ext>
            </a:extLst>
          </p:cNvPr>
          <p:cNvSpPr/>
          <p:nvPr/>
        </p:nvSpPr>
        <p:spPr>
          <a:xfrm>
            <a:off x="5641848" y="1749552"/>
            <a:ext cx="128016" cy="128016"/>
          </a:xfrm>
          <a:prstGeom prst="ellipse">
            <a:avLst/>
          </a:prstGeom>
          <a:solidFill>
            <a:srgbClr val="B0ABDB">
              <a:alpha val="60000"/>
            </a:srgbClr>
          </a:solidFill>
          <a:ln w="12700">
            <a:solidFill>
              <a:srgbClr val="B0ABDB"/>
            </a:solidFill>
            <a:prstDash val="solid"/>
          </a:ln>
        </p:spPr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AD0E103A-67BB-7A5B-4F7B-9ED6F543486A}"/>
              </a:ext>
            </a:extLst>
          </p:cNvPr>
          <p:cNvSpPr/>
          <p:nvPr/>
        </p:nvSpPr>
        <p:spPr>
          <a:xfrm>
            <a:off x="914400" y="199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6FF"/>
                </a:solidFill>
              </a:rPr>
              <a:t>SpeeDT — QoE Mobile Network Monitoring Application</a:t>
            </a:r>
            <a:endParaRPr lang="en-US" sz="1400" dirty="0"/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966CC267-C959-FA13-1D93-2F0BE94134F0}"/>
              </a:ext>
            </a:extLst>
          </p:cNvPr>
          <p:cNvSpPr/>
          <p:nvPr/>
        </p:nvSpPr>
        <p:spPr>
          <a:xfrm>
            <a:off x="914400" y="24079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BDB"/>
                </a:solidFill>
              </a:rPr>
              <a:t>CEF440: Internet and Mobile Programming  ·  Group 4  ·  University of Buea, 2025</a:t>
            </a:r>
            <a:endParaRPr lang="en-US" sz="1100" dirty="0"/>
          </a:p>
        </p:txBody>
      </p:sp>
      <p:sp>
        <p:nvSpPr>
          <p:cNvPr id="18" name="Shape 22">
            <a:extLst>
              <a:ext uri="{FF2B5EF4-FFF2-40B4-BE49-F238E27FC236}">
                <a16:creationId xmlns:a16="http://schemas.microsoft.com/office/drawing/2014/main" id="{D2538FC4-2AB2-D44D-77FB-8CA91ECC445B}"/>
              </a:ext>
            </a:extLst>
          </p:cNvPr>
          <p:cNvSpPr/>
          <p:nvPr/>
        </p:nvSpPr>
        <p:spPr>
          <a:xfrm>
            <a:off x="411480" y="3578352"/>
            <a:ext cx="8321040" cy="914400"/>
          </a:xfrm>
          <a:prstGeom prst="roundRect">
            <a:avLst>
              <a:gd name="adj" fmla="val 15000"/>
            </a:avLst>
          </a:prstGeom>
          <a:solidFill>
            <a:srgbClr val="312D9E">
              <a:alpha val="52000"/>
            </a:srgbClr>
          </a:solidFill>
          <a:ln w="12700">
            <a:solidFill>
              <a:srgbClr val="4B47B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4D7FC022-A78C-BDE8-0DC5-3F85895607FB}"/>
              </a:ext>
            </a:extLst>
          </p:cNvPr>
          <p:cNvSpPr/>
          <p:nvPr/>
        </p:nvSpPr>
        <p:spPr>
          <a:xfrm>
            <a:off x="548640" y="36423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4CE0CC"/>
                </a:solidFill>
              </a:rPr>
              <a:t>GROUP 4</a:t>
            </a:r>
            <a:endParaRPr lang="en-US" sz="900" dirty="0"/>
          </a:p>
        </p:txBody>
      </p:sp>
      <p:sp>
        <p:nvSpPr>
          <p:cNvPr id="20" name="Text 24">
            <a:extLst>
              <a:ext uri="{FF2B5EF4-FFF2-40B4-BE49-F238E27FC236}">
                <a16:creationId xmlns:a16="http://schemas.microsoft.com/office/drawing/2014/main" id="{FFA5C587-F6B0-B5C9-6102-3D2F4A08575B}"/>
              </a:ext>
            </a:extLst>
          </p:cNvPr>
          <p:cNvSpPr/>
          <p:nvPr/>
        </p:nvSpPr>
        <p:spPr>
          <a:xfrm>
            <a:off x="502920" y="388924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6FF"/>
                </a:solidFill>
              </a:rPr>
              <a:t>Ako Junior Ngoh</a:t>
            </a:r>
            <a:endParaRPr lang="en-US" sz="900" dirty="0"/>
          </a:p>
        </p:txBody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FB10D79B-5453-51A1-3470-7D6A66004A75}"/>
              </a:ext>
            </a:extLst>
          </p:cNvPr>
          <p:cNvSpPr/>
          <p:nvPr/>
        </p:nvSpPr>
        <p:spPr>
          <a:xfrm>
            <a:off x="2176272" y="388924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6FF"/>
                </a:solidFill>
              </a:rPr>
              <a:t>Etuma Elkings Bosango</a:t>
            </a:r>
            <a:endParaRPr lang="en-US" sz="900" dirty="0"/>
          </a:p>
        </p:txBody>
      </p:sp>
      <p:sp>
        <p:nvSpPr>
          <p:cNvPr id="22" name="Text 26">
            <a:extLst>
              <a:ext uri="{FF2B5EF4-FFF2-40B4-BE49-F238E27FC236}">
                <a16:creationId xmlns:a16="http://schemas.microsoft.com/office/drawing/2014/main" id="{F3A19ECB-7746-C049-8315-DDDA8C40CFD4}"/>
              </a:ext>
            </a:extLst>
          </p:cNvPr>
          <p:cNvSpPr/>
          <p:nvPr/>
        </p:nvSpPr>
        <p:spPr>
          <a:xfrm>
            <a:off x="3849624" y="388924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6FF"/>
                </a:solidFill>
              </a:rPr>
              <a:t>Moukam Hako Bellamy Steve</a:t>
            </a:r>
            <a:endParaRPr lang="en-US" sz="900" dirty="0"/>
          </a:p>
        </p:txBody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C12F196C-8862-1149-5CB4-19ECC58485AA}"/>
              </a:ext>
            </a:extLst>
          </p:cNvPr>
          <p:cNvSpPr/>
          <p:nvPr/>
        </p:nvSpPr>
        <p:spPr>
          <a:xfrm>
            <a:off x="5522976" y="388924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6FF"/>
                </a:solidFill>
              </a:rPr>
              <a:t>Njikang Bright Ndode Ngone</a:t>
            </a:r>
            <a:endParaRPr lang="en-US" sz="900" dirty="0"/>
          </a:p>
        </p:txBody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15FB8FF2-C2A7-BF53-804F-216DC828D698}"/>
              </a:ext>
            </a:extLst>
          </p:cNvPr>
          <p:cNvSpPr/>
          <p:nvPr/>
        </p:nvSpPr>
        <p:spPr>
          <a:xfrm>
            <a:off x="7196328" y="388924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6FF"/>
                </a:solidFill>
              </a:rPr>
              <a:t>Ringnyu Mbunwe Giyoh Lemuel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lti-Business Company Website by Slidesgo">
  <a:themeElements>
    <a:clrScheme name="Simple Light">
      <a:dk1>
        <a:srgbClr val="5352EE"/>
      </a:dk1>
      <a:lt1>
        <a:srgbClr val="F1F0FF"/>
      </a:lt1>
      <a:dk2>
        <a:srgbClr val="9EA6FF"/>
      </a:dk2>
      <a:lt2>
        <a:srgbClr val="7882F3"/>
      </a:lt2>
      <a:accent1>
        <a:srgbClr val="D2D6FF"/>
      </a:accent1>
      <a:accent2>
        <a:srgbClr val="A1C3FF"/>
      </a:accent2>
      <a:accent3>
        <a:srgbClr val="FFC3D0"/>
      </a:accent3>
      <a:accent4>
        <a:srgbClr val="81EEEB"/>
      </a:accent4>
      <a:accent5>
        <a:srgbClr val="3AE4DF"/>
      </a:accent5>
      <a:accent6>
        <a:srgbClr val="FFFFFF"/>
      </a:accent6>
      <a:hlink>
        <a:srgbClr val="F1F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1169</Words>
  <Application>Microsoft Office PowerPoint</Application>
  <PresentationFormat>On-screen Show (16:9)</PresentationFormat>
  <Paragraphs>269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Courier New</vt:lpstr>
      <vt:lpstr>Darker Grotesque Medium</vt:lpstr>
      <vt:lpstr>Darker Grotesque</vt:lpstr>
      <vt:lpstr>Arial</vt:lpstr>
      <vt:lpstr>Montserrat</vt:lpstr>
      <vt:lpstr>Calibri</vt:lpstr>
      <vt:lpstr>Roboto Condensed Light</vt:lpstr>
      <vt:lpstr>Multi-Business Company Website by Slidesgo</vt:lpstr>
      <vt:lpstr>SpeeDT</vt:lpstr>
      <vt:lpstr>06</vt:lpstr>
      <vt:lpstr>PowerPoint Presentation</vt:lpstr>
      <vt:lpstr>App Identity</vt:lpstr>
      <vt:lpstr>PowerPoint Presentation</vt:lpstr>
      <vt:lpstr>PowerPoint Presentation</vt:lpstr>
      <vt:lpstr>PowerPoint Presentation</vt:lpstr>
      <vt:lpstr>Screen Mockups: Deep Dive</vt:lpstr>
      <vt:lpstr>Frontend Implementation</vt:lpstr>
      <vt:lpstr>Project Architecture - MVVM</vt:lpstr>
      <vt:lpstr>Technical Deep Dive</vt:lpstr>
      <vt:lpstr>Routing, Styling &amp; Performance</vt:lpstr>
      <vt:lpstr>Screen Showcase</vt:lpstr>
      <vt:lpstr>Development Challenges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Moukam hk</cp:lastModifiedBy>
  <cp:revision>4</cp:revision>
  <dcterms:modified xsi:type="dcterms:W3CDTF">2026-06-09T03:42:40Z</dcterms:modified>
</cp:coreProperties>
</file>